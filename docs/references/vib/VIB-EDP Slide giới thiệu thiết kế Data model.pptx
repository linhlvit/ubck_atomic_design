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40"/>
  </p:notesMasterIdLst>
  <p:sldIdLst>
    <p:sldId id="256" r:id="rId3"/>
    <p:sldId id="257" r:id="rId4"/>
    <p:sldId id="27453" r:id="rId5"/>
    <p:sldId id="305" r:id="rId6"/>
    <p:sldId id="27474" r:id="rId7"/>
    <p:sldId id="27499" r:id="rId8"/>
    <p:sldId id="27475" r:id="rId9"/>
    <p:sldId id="27476" r:id="rId10"/>
    <p:sldId id="27492" r:id="rId11"/>
    <p:sldId id="27493" r:id="rId12"/>
    <p:sldId id="27478" r:id="rId13"/>
    <p:sldId id="27479" r:id="rId14"/>
    <p:sldId id="27480" r:id="rId15"/>
    <p:sldId id="27484" r:id="rId16"/>
    <p:sldId id="27501" r:id="rId17"/>
    <p:sldId id="464" r:id="rId18"/>
    <p:sldId id="466" r:id="rId19"/>
    <p:sldId id="27455" r:id="rId20"/>
    <p:sldId id="469" r:id="rId21"/>
    <p:sldId id="27487" r:id="rId22"/>
    <p:sldId id="27502" r:id="rId23"/>
    <p:sldId id="27448" r:id="rId24"/>
    <p:sldId id="27336" r:id="rId25"/>
    <p:sldId id="27450" r:id="rId26"/>
    <p:sldId id="27451" r:id="rId27"/>
    <p:sldId id="27503" r:id="rId28"/>
    <p:sldId id="27458" r:id="rId29"/>
    <p:sldId id="27491" r:id="rId30"/>
    <p:sldId id="27494" r:id="rId31"/>
    <p:sldId id="27496" r:id="rId32"/>
    <p:sldId id="27497" r:id="rId33"/>
    <p:sldId id="27495" r:id="rId34"/>
    <p:sldId id="27489" r:id="rId35"/>
    <p:sldId id="27490" r:id="rId36"/>
    <p:sldId id="27500" r:id="rId37"/>
    <p:sldId id="27498" r:id="rId38"/>
    <p:sldId id="289" r:id="rId39"/>
  </p:sldIdLst>
  <p:sldSz cx="18288000" cy="10287000"/>
  <p:notesSz cx="6858000" cy="9144000"/>
  <p:embeddedFontLst>
    <p:embeddedFont>
      <p:font typeface="Calibri (MS) Bold" panose="020B0604020202020204" charset="0"/>
      <p:regular r:id="rId41"/>
    </p:embeddedFont>
    <p:embeddedFont>
      <p:font typeface="Montserrat Bold" panose="020B0604020202020204" charset="0"/>
      <p:regular r:id="rId42"/>
      <p:bold r:id="rId43"/>
    </p:embeddedFont>
    <p:embeddedFont>
      <p:font typeface="Trebuchet MS" panose="020B0603020202020204"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DAE843-93A9-870B-454E-F45EAF171F71}" name="Dung Le Tien (DGA-GD.QTDL)" initials="GĐ QTDL" userId="Dung Le Tien (DGA-GD.QTDL)"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38C6A-1350-4453-AD0A-E3F5D483370F}" v="2" dt="2025-12-03T08:59:04.4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24" y="3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font" Target="fonts/font1.fntdata"/><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h LV" userId="bc29544db4608b3c" providerId="LiveId" clId="{8ED1320D-6E4E-44DD-A98D-381269CD328D}"/>
    <pc:docChg chg="undo custSel addSld delSld modSld sldOrd">
      <pc:chgData name="Linh LV" userId="bc29544db4608b3c" providerId="LiveId" clId="{8ED1320D-6E4E-44DD-A98D-381269CD328D}" dt="2025-12-04T01:31:59.313" v="3406" actId="14100"/>
      <pc:docMkLst>
        <pc:docMk/>
      </pc:docMkLst>
      <pc:sldChg chg="modSp mod">
        <pc:chgData name="Linh LV" userId="bc29544db4608b3c" providerId="LiveId" clId="{8ED1320D-6E4E-44DD-A98D-381269CD328D}" dt="2025-12-04T01:31:59.313" v="3406" actId="14100"/>
        <pc:sldMkLst>
          <pc:docMk/>
          <pc:sldMk cId="2146309699" sldId="27336"/>
        </pc:sldMkLst>
        <pc:spChg chg="mod">
          <ac:chgData name="Linh LV" userId="bc29544db4608b3c" providerId="LiveId" clId="{8ED1320D-6E4E-44DD-A98D-381269CD328D}" dt="2025-12-04T01:31:59.313" v="3406" actId="14100"/>
          <ac:spMkLst>
            <pc:docMk/>
            <pc:sldMk cId="2146309699" sldId="27336"/>
            <ac:spMk id="7" creationId="{00000000-0000-0000-0000-000000000000}"/>
          </ac:spMkLst>
        </pc:spChg>
      </pc:sldChg>
      <pc:sldChg chg="modSp add mod">
        <pc:chgData name="Linh LV" userId="bc29544db4608b3c" providerId="LiveId" clId="{8ED1320D-6E4E-44DD-A98D-381269CD328D}" dt="2025-11-24T23:07:11.883" v="3397" actId="14100"/>
        <pc:sldMkLst>
          <pc:docMk/>
          <pc:sldMk cId="3324102276" sldId="27475"/>
        </pc:sldMkLst>
        <pc:spChg chg="mod">
          <ac:chgData name="Linh LV" userId="bc29544db4608b3c" providerId="LiveId" clId="{8ED1320D-6E4E-44DD-A98D-381269CD328D}" dt="2025-11-24T23:07:11.883" v="3397" actId="14100"/>
          <ac:spMkLst>
            <pc:docMk/>
            <pc:sldMk cId="3324102276" sldId="27475"/>
            <ac:spMk id="15" creationId="{00000000-0000-0000-0000-000000000000}"/>
          </ac:spMkLst>
        </pc:spChg>
        <pc:spChg chg="mod">
          <ac:chgData name="Linh LV" userId="bc29544db4608b3c" providerId="LiveId" clId="{8ED1320D-6E4E-44DD-A98D-381269CD328D}" dt="2025-11-24T23:07:05.645" v="3396" actId="14100"/>
          <ac:spMkLst>
            <pc:docMk/>
            <pc:sldMk cId="3324102276" sldId="27475"/>
            <ac:spMk id="17" creationId="{00000000-0000-0000-0000-000000000000}"/>
          </ac:spMkLst>
        </pc:spChg>
      </pc:sldChg>
      <pc:sldChg chg="modSp mod">
        <pc:chgData name="Linh LV" userId="bc29544db4608b3c" providerId="LiveId" clId="{8ED1320D-6E4E-44DD-A98D-381269CD328D}" dt="2025-12-03T08:59:04.455" v="3404"/>
        <pc:sldMkLst>
          <pc:docMk/>
          <pc:sldMk cId="3006740983" sldId="27492"/>
        </pc:sldMkLst>
        <pc:spChg chg="mod">
          <ac:chgData name="Linh LV" userId="bc29544db4608b3c" providerId="LiveId" clId="{8ED1320D-6E4E-44DD-A98D-381269CD328D}" dt="2025-12-03T08:59:00.829" v="3402" actId="20577"/>
          <ac:spMkLst>
            <pc:docMk/>
            <pc:sldMk cId="3006740983" sldId="27492"/>
            <ac:spMk id="33" creationId="{00000000-0000-0000-0000-000000000000}"/>
          </ac:spMkLst>
        </pc:spChg>
        <pc:spChg chg="mod">
          <ac:chgData name="Linh LV" userId="bc29544db4608b3c" providerId="LiveId" clId="{8ED1320D-6E4E-44DD-A98D-381269CD328D}" dt="2025-12-03T08:59:03.179" v="3403"/>
          <ac:spMkLst>
            <pc:docMk/>
            <pc:sldMk cId="3006740983" sldId="27492"/>
            <ac:spMk id="34" creationId="{00000000-0000-0000-0000-000000000000}"/>
          </ac:spMkLst>
        </pc:spChg>
        <pc:spChg chg="mod">
          <ac:chgData name="Linh LV" userId="bc29544db4608b3c" providerId="LiveId" clId="{8ED1320D-6E4E-44DD-A98D-381269CD328D}" dt="2025-12-03T08:59:04.455" v="3404"/>
          <ac:spMkLst>
            <pc:docMk/>
            <pc:sldMk cId="3006740983" sldId="27492"/>
            <ac:spMk id="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824950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EB96-CA0F-DD90-9FD0-B532367B7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CB1EA-0965-BE08-EDA4-7D724BCF3A93}"/>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0D55A118-25EA-F88E-55B8-C0A91F47AF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2A7E14-CAE3-3653-223E-BBF9174765B7}"/>
              </a:ext>
            </a:extLst>
          </p:cNvPr>
          <p:cNvSpPr>
            <a:spLocks noGrp="1"/>
          </p:cNvSpPr>
          <p:nvPr>
            <p:ph type="sldNum" sz="quarter" idx="10"/>
          </p:nvPr>
        </p:nvSpPr>
        <p:spPr/>
        <p:txBody>
          <a:bodyPr/>
          <a:lstStyle/>
          <a:p>
            <a:fld id="{6AA5D7C7-1BE2-40F8-A38A-9A14560B5064}"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66756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676734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9</a:t>
            </a:fld>
            <a:endParaRPr lang="en-US"/>
          </a:p>
        </p:txBody>
      </p:sp>
    </p:spTree>
    <p:extLst>
      <p:ext uri="{BB962C8B-B14F-4D97-AF65-F5344CB8AC3E}">
        <p14:creationId xmlns:p14="http://schemas.microsoft.com/office/powerpoint/2010/main" val="802182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602773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477362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048610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4034038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94C9128-4A9A-4C10-903E-1E1EE2E54875}"/>
              </a:ext>
            </a:extLst>
          </p:cNvPr>
          <p:cNvSpPr>
            <a:spLocks noGrp="1" noRot="1" noChangeAspect="1" noTextEdit="1"/>
          </p:cNvSpPr>
          <p:nvPr>
            <p:ph type="sldImg"/>
          </p:nvPr>
        </p:nvSpPr>
        <p:spPr bwMode="auto">
          <a:xfrm>
            <a:off x="2290763" y="512763"/>
            <a:ext cx="4562475" cy="25669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485A72C5-6E6A-44B9-8328-BC7FE0DE3B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9460" name="Slide Number Placeholder 3">
            <a:extLst>
              <a:ext uri="{FF2B5EF4-FFF2-40B4-BE49-F238E27FC236}">
                <a16:creationId xmlns:a16="http://schemas.microsoft.com/office/drawing/2014/main" id="{DD653200-44B4-471F-9264-E1BE15F992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fld id="{43A708E9-E798-4743-BF13-48B8DA8C23D9}" type="slidenum">
              <a:rPr lang="en-US" altLang="en-US" smtClean="0"/>
              <a:pPr/>
              <a:t>16</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18</a:t>
            </a:fld>
            <a:endParaRPr lang="en-US"/>
          </a:p>
        </p:txBody>
      </p:sp>
    </p:spTree>
    <p:extLst>
      <p:ext uri="{BB962C8B-B14F-4D97-AF65-F5344CB8AC3E}">
        <p14:creationId xmlns:p14="http://schemas.microsoft.com/office/powerpoint/2010/main" val="1358525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14496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0714A-F2D1-4939-B54E-A15B95960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CB951-77F5-47C6-B162-561E1AE254DC}"/>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E12BF9A8-384F-1145-4A7E-629215C89B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89633C-A2A5-3E38-1EA0-9F8D1FD44824}"/>
              </a:ext>
            </a:extLst>
          </p:cNvPr>
          <p:cNvSpPr>
            <a:spLocks noGrp="1"/>
          </p:cNvSpPr>
          <p:nvPr>
            <p:ph type="sldNum" sz="quarter" idx="10"/>
          </p:nvPr>
        </p:nvSpPr>
        <p:spPr/>
        <p:txBody>
          <a:bodyPr/>
          <a:lstStyle/>
          <a:p>
            <a:fld id="{6AA5D7C7-1BE2-40F8-A38A-9A14560B5064}"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4005519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22</a:t>
            </a:fld>
            <a:endParaRPr lang="en-US"/>
          </a:p>
        </p:txBody>
      </p:sp>
    </p:spTree>
    <p:extLst>
      <p:ext uri="{BB962C8B-B14F-4D97-AF65-F5344CB8AC3E}">
        <p14:creationId xmlns:p14="http://schemas.microsoft.com/office/powerpoint/2010/main" val="3245865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23</a:t>
            </a:fld>
            <a:endParaRPr lang="en-US"/>
          </a:p>
        </p:txBody>
      </p:sp>
    </p:spTree>
    <p:extLst>
      <p:ext uri="{BB962C8B-B14F-4D97-AF65-F5344CB8AC3E}">
        <p14:creationId xmlns:p14="http://schemas.microsoft.com/office/powerpoint/2010/main" val="3248036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24</a:t>
            </a:fld>
            <a:endParaRPr lang="en-US"/>
          </a:p>
        </p:txBody>
      </p:sp>
    </p:spTree>
    <p:extLst>
      <p:ext uri="{BB962C8B-B14F-4D97-AF65-F5344CB8AC3E}">
        <p14:creationId xmlns:p14="http://schemas.microsoft.com/office/powerpoint/2010/main" val="1963356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25</a:t>
            </a:fld>
            <a:endParaRPr lang="en-US"/>
          </a:p>
        </p:txBody>
      </p:sp>
    </p:spTree>
    <p:extLst>
      <p:ext uri="{BB962C8B-B14F-4D97-AF65-F5344CB8AC3E}">
        <p14:creationId xmlns:p14="http://schemas.microsoft.com/office/powerpoint/2010/main" val="3158798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82CAD-8613-4BF4-7FE3-986D9E691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0D71A-7433-318D-E090-56FE33407A74}"/>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3FE4D735-99E5-4EA9-B814-0D477D19BB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4DC067-DE7E-3B67-2029-D0EA509834DB}"/>
              </a:ext>
            </a:extLst>
          </p:cNvPr>
          <p:cNvSpPr>
            <a:spLocks noGrp="1"/>
          </p:cNvSpPr>
          <p:nvPr>
            <p:ph type="sldNum" sz="quarter" idx="10"/>
          </p:nvPr>
        </p:nvSpPr>
        <p:spPr/>
        <p:txBody>
          <a:bodyPr/>
          <a:lstStyle/>
          <a:p>
            <a:fld id="{6AA5D7C7-1BE2-40F8-A38A-9A14560B5064}" type="slidenum">
              <a:rPr lang="en-US" smtClean="0"/>
              <a:t>26</a:t>
            </a:fld>
            <a:endParaRPr lang="en-US"/>
          </a:p>
        </p:txBody>
      </p:sp>
    </p:spTree>
    <p:extLst>
      <p:ext uri="{BB962C8B-B14F-4D97-AF65-F5344CB8AC3E}">
        <p14:creationId xmlns:p14="http://schemas.microsoft.com/office/powerpoint/2010/main" val="1751510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27</a:t>
            </a:fld>
            <a:endParaRPr lang="en-US"/>
          </a:p>
        </p:txBody>
      </p:sp>
    </p:spTree>
    <p:extLst>
      <p:ext uri="{BB962C8B-B14F-4D97-AF65-F5344CB8AC3E}">
        <p14:creationId xmlns:p14="http://schemas.microsoft.com/office/powerpoint/2010/main" val="463189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29</a:t>
            </a:fld>
            <a:endParaRPr lang="en-US"/>
          </a:p>
        </p:txBody>
      </p:sp>
    </p:spTree>
    <p:extLst>
      <p:ext uri="{BB962C8B-B14F-4D97-AF65-F5344CB8AC3E}">
        <p14:creationId xmlns:p14="http://schemas.microsoft.com/office/powerpoint/2010/main" val="14870008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A5D7C7-1BE2-40F8-A38A-9A14560B5064}" type="slidenum">
              <a:rPr lang="en-US" smtClean="0"/>
              <a:t>33</a:t>
            </a:fld>
            <a:endParaRPr lang="en-US"/>
          </a:p>
        </p:txBody>
      </p:sp>
    </p:spTree>
    <p:extLst>
      <p:ext uri="{BB962C8B-B14F-4D97-AF65-F5344CB8AC3E}">
        <p14:creationId xmlns:p14="http://schemas.microsoft.com/office/powerpoint/2010/main" val="1538286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65127" y="890588"/>
            <a:ext cx="17364074" cy="952500"/>
          </a:xfrm>
          <a:prstGeom prst="rect">
            <a:avLst/>
          </a:prstGeom>
        </p:spPr>
        <p:txBody>
          <a:bodyPr/>
          <a:lstStyle/>
          <a:p>
            <a:r>
              <a:rPr lang="en-US"/>
              <a:t>Click to edit Master title style</a:t>
            </a:r>
            <a:endParaRPr lang="en-GB"/>
          </a:p>
        </p:txBody>
      </p:sp>
      <p:sp>
        <p:nvSpPr>
          <p:cNvPr id="3" name="Content Placeholder 2"/>
          <p:cNvSpPr>
            <a:spLocks noGrp="1"/>
          </p:cNvSpPr>
          <p:nvPr>
            <p:ph sz="quarter" idx="1"/>
          </p:nvPr>
        </p:nvSpPr>
        <p:spPr>
          <a:xfrm>
            <a:off x="365127" y="2812258"/>
            <a:ext cx="8528050" cy="324088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9197976" y="2812258"/>
            <a:ext cx="8531224" cy="324088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365127" y="6281738"/>
            <a:ext cx="8528050" cy="32432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9197976" y="6281738"/>
            <a:ext cx="8531224" cy="32432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a:extLst>
              <a:ext uri="{FF2B5EF4-FFF2-40B4-BE49-F238E27FC236}">
                <a16:creationId xmlns:a16="http://schemas.microsoft.com/office/drawing/2014/main" id="{7C65ED0C-37D8-43D8-AE49-39869057E100}"/>
              </a:ext>
            </a:extLst>
          </p:cNvPr>
          <p:cNvSpPr>
            <a:spLocks noGrp="1" noChangeArrowheads="1"/>
          </p:cNvSpPr>
          <p:nvPr>
            <p:ph type="sldNum" idx="10"/>
          </p:nvPr>
        </p:nvSpPr>
        <p:spPr>
          <a:xfrm>
            <a:off x="365126" y="9805988"/>
            <a:ext cx="723900" cy="319088"/>
          </a:xfrm>
          <a:prstGeom prst="rect">
            <a:avLst/>
          </a:prstGeom>
        </p:spPr>
        <p:txBody>
          <a:bodyPr/>
          <a:lstStyle>
            <a:lvl1pPr>
              <a:defRPr/>
            </a:lvl1pPr>
          </a:lstStyle>
          <a:p>
            <a:pPr>
              <a:defRPr/>
            </a:pPr>
            <a:fld id="{93B5FD3D-678D-4123-B545-D7F605E77A7C}" type="slidenum">
              <a:rPr lang="en-US" altLang="en-US"/>
              <a:pPr>
                <a:defRPr/>
              </a:pPr>
              <a:t>‹#›</a:t>
            </a:fld>
            <a:endParaRPr lang="en-US" altLang="en-US"/>
          </a:p>
        </p:txBody>
      </p:sp>
    </p:spTree>
    <p:extLst>
      <p:ext uri="{BB962C8B-B14F-4D97-AF65-F5344CB8AC3E}">
        <p14:creationId xmlns:p14="http://schemas.microsoft.com/office/powerpoint/2010/main" val="4020100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fld id="{BACA4F08-7F0E-413E-8502-FD11720E094A}"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793146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5F6ED1-6510-458A-BA9B-FF572B814726}"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2725981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D2C1AB-055C-4A63-98C8-A2038A0196AF}"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007112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F272D8-D97C-414D-BF61-2870440FE95E}"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4241996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8A6822-8120-4A47-8599-1A5216A688BE}" type="datetime1">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1230044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E024F1-BE08-4E0A-A006-B6AAEB8D3913}" type="datetime1">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0391695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2175ED-59CF-4921-8B20-EC3CD0DC9BEB}" type="datetime1">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7604026" y="9686194"/>
            <a:ext cx="612935" cy="547688"/>
          </a:xfrm>
        </p:spPr>
        <p:txBody>
          <a:bodyPr/>
          <a:lstStyle>
            <a:lvl1pPr algn="ctr">
              <a:defRPr b="1">
                <a:latin typeface="Arial" panose="020B0604020202020204" pitchFamily="34" charset="0"/>
                <a:cs typeface="Arial" panose="020B0604020202020204" pitchFamily="34" charset="0"/>
              </a:defRPr>
            </a:lvl1pPr>
          </a:lstStyle>
          <a:p>
            <a:fld id="{58581EB7-3610-4912-BBC1-5BE42FA64E79}" type="slidenum">
              <a:rPr lang="en-US" smtClean="0"/>
              <a:pPr/>
              <a:t>‹#›</a:t>
            </a:fld>
            <a:endParaRPr lang="en-US"/>
          </a:p>
        </p:txBody>
      </p:sp>
      <p:pic>
        <p:nvPicPr>
          <p:cNvPr id="5" name="Picture 4" descr="A red circle with black background&#10;&#10;Description automatically generated">
            <a:extLst>
              <a:ext uri="{FF2B5EF4-FFF2-40B4-BE49-F238E27FC236}">
                <a16:creationId xmlns:a16="http://schemas.microsoft.com/office/drawing/2014/main" id="{C67F3BDE-40EF-FE04-95C2-B25863646A29}"/>
              </a:ext>
            </a:extLst>
          </p:cNvPr>
          <p:cNvPicPr>
            <a:picLocks noChangeAspect="1"/>
          </p:cNvPicPr>
          <p:nvPr userDrawn="1"/>
        </p:nvPicPr>
        <p:blipFill>
          <a:blip r:embed="rId2"/>
          <a:stretch>
            <a:fillRect/>
          </a:stretch>
        </p:blipFill>
        <p:spPr>
          <a:xfrm>
            <a:off x="15269847" y="9686194"/>
            <a:ext cx="1029087" cy="494540"/>
          </a:xfrm>
          <a:prstGeom prst="rect">
            <a:avLst/>
          </a:prstGeom>
        </p:spPr>
      </p:pic>
      <p:pic>
        <p:nvPicPr>
          <p:cNvPr id="6" name="Picture 5">
            <a:extLst>
              <a:ext uri="{FF2B5EF4-FFF2-40B4-BE49-F238E27FC236}">
                <a16:creationId xmlns:a16="http://schemas.microsoft.com/office/drawing/2014/main" id="{C6D2EB49-01BF-AE6E-62CB-F4A5EA3BC2D4}"/>
              </a:ext>
            </a:extLst>
          </p:cNvPr>
          <p:cNvPicPr>
            <a:picLocks noChangeAspect="1"/>
          </p:cNvPicPr>
          <p:nvPr userDrawn="1"/>
        </p:nvPicPr>
        <p:blipFill>
          <a:blip r:embed="rId3"/>
          <a:stretch>
            <a:fillRect/>
          </a:stretch>
        </p:blipFill>
        <p:spPr>
          <a:xfrm>
            <a:off x="13986455" y="9694163"/>
            <a:ext cx="1288298" cy="531747"/>
          </a:xfrm>
          <a:prstGeom prst="rect">
            <a:avLst/>
          </a:prstGeom>
        </p:spPr>
      </p:pic>
      <p:pic>
        <p:nvPicPr>
          <p:cNvPr id="7" name="Picture 6">
            <a:extLst>
              <a:ext uri="{FF2B5EF4-FFF2-40B4-BE49-F238E27FC236}">
                <a16:creationId xmlns:a16="http://schemas.microsoft.com/office/drawing/2014/main" id="{04FDE749-CC1D-B793-70E3-A9B81AF4A589}"/>
              </a:ext>
            </a:extLst>
          </p:cNvPr>
          <p:cNvPicPr>
            <a:picLocks noChangeAspect="1"/>
          </p:cNvPicPr>
          <p:nvPr userDrawn="1"/>
        </p:nvPicPr>
        <p:blipFill>
          <a:blip r:embed="rId4"/>
          <a:stretch>
            <a:fillRect/>
          </a:stretch>
        </p:blipFill>
        <p:spPr>
          <a:xfrm>
            <a:off x="16274726" y="9750399"/>
            <a:ext cx="794985" cy="419274"/>
          </a:xfrm>
          <a:prstGeom prst="rect">
            <a:avLst/>
          </a:prstGeom>
        </p:spPr>
      </p:pic>
      <p:pic>
        <p:nvPicPr>
          <p:cNvPr id="8" name="Picture 2" descr="Logo">
            <a:extLst>
              <a:ext uri="{FF2B5EF4-FFF2-40B4-BE49-F238E27FC236}">
                <a16:creationId xmlns:a16="http://schemas.microsoft.com/office/drawing/2014/main" id="{9BF74EC3-E926-FC71-9E42-DB2BCC257E1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7303813" y="9770336"/>
            <a:ext cx="751680" cy="39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929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p:cNvSpPr>
            <a:spLocks noGrp="1"/>
          </p:cNvSpPr>
          <p:nvPr>
            <p:ph type="dt" sz="half" idx="10"/>
          </p:nvPr>
        </p:nvSpPr>
        <p:spPr/>
        <p:txBody>
          <a:bodyPr/>
          <a:lstStyle/>
          <a:p>
            <a:fld id="{4A47F7A3-653C-4042-8BE4-A339C85E4C9A}"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18473860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Edit Master text styles</a:t>
            </a:r>
          </a:p>
        </p:txBody>
      </p:sp>
      <p:sp>
        <p:nvSpPr>
          <p:cNvPr id="5" name="Date Placeholder 4"/>
          <p:cNvSpPr>
            <a:spLocks noGrp="1"/>
          </p:cNvSpPr>
          <p:nvPr>
            <p:ph type="dt" sz="half" idx="10"/>
          </p:nvPr>
        </p:nvSpPr>
        <p:spPr/>
        <p:txBody>
          <a:bodyPr/>
          <a:lstStyle/>
          <a:p>
            <a:fld id="{BE0FB218-C4B5-4B1D-BBF9-7B0ECD3489AC}" type="datetime1">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27512219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18F8B5-D336-4A95-AD42-500C13234062}"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033653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0CF716-E59B-4644-A63B-9AF31A0EE115}" type="datetime1">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581EB7-3610-4912-BBC1-5BE42FA64E79}" type="slidenum">
              <a:rPr lang="en-US" smtClean="0"/>
              <a:t>‹#›</a:t>
            </a:fld>
            <a:endParaRPr lang="en-US"/>
          </a:p>
        </p:txBody>
      </p:sp>
    </p:spTree>
    <p:extLst>
      <p:ext uri="{BB962C8B-B14F-4D97-AF65-F5344CB8AC3E}">
        <p14:creationId xmlns:p14="http://schemas.microsoft.com/office/powerpoint/2010/main" val="3233593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30801BD-CF79-4513-B727-7DA89FE7AA22}"/>
              </a:ext>
            </a:extLst>
          </p:cNvPr>
          <p:cNvSpPr>
            <a:spLocks noGrp="1"/>
          </p:cNvSpPr>
          <p:nvPr>
            <p:ph type="pic" sz="quarter" idx="10"/>
          </p:nvPr>
        </p:nvSpPr>
        <p:spPr>
          <a:xfrm>
            <a:off x="0" y="0"/>
            <a:ext cx="18288000" cy="10287000"/>
          </a:xfrm>
        </p:spPr>
        <p:txBody>
          <a:bodyPr/>
          <a:lstStyle/>
          <a:p>
            <a:endParaRPr lang="en-US"/>
          </a:p>
        </p:txBody>
      </p:sp>
    </p:spTree>
    <p:extLst>
      <p:ext uri="{BB962C8B-B14F-4D97-AF65-F5344CB8AC3E}">
        <p14:creationId xmlns:p14="http://schemas.microsoft.com/office/powerpoint/2010/main" val="17671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8288000" cy="1028700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3290384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02_Cover">
    <p:spTree>
      <p:nvGrpSpPr>
        <p:cNvPr id="1" name=""/>
        <p:cNvGrpSpPr/>
        <p:nvPr/>
      </p:nvGrpSpPr>
      <p:grpSpPr>
        <a:xfrm>
          <a:off x="0" y="0"/>
          <a:ext cx="0" cy="0"/>
          <a:chOff x="0" y="0"/>
          <a:chExt cx="0" cy="0"/>
        </a:xfrm>
      </p:grpSpPr>
      <p:sp>
        <p:nvSpPr>
          <p:cNvPr id="4" name="Picture Placeholder 9"/>
          <p:cNvSpPr>
            <a:spLocks noGrp="1"/>
          </p:cNvSpPr>
          <p:nvPr>
            <p:ph type="pic" sz="quarter" idx="10"/>
          </p:nvPr>
        </p:nvSpPr>
        <p:spPr>
          <a:xfrm>
            <a:off x="0" y="4"/>
            <a:ext cx="18288000" cy="10286999"/>
          </a:xfrm>
          <a:custGeom>
            <a:avLst/>
            <a:gdLst>
              <a:gd name="connsiteX0" fmla="*/ 2674620 w 12192000"/>
              <a:gd name="connsiteY0" fmla="*/ 0 h 6857999"/>
              <a:gd name="connsiteX1" fmla="*/ 12192000 w 12192000"/>
              <a:gd name="connsiteY1" fmla="*/ 0 h 6857999"/>
              <a:gd name="connsiteX2" fmla="*/ 12192000 w 12192000"/>
              <a:gd name="connsiteY2" fmla="*/ 4183383 h 6857999"/>
              <a:gd name="connsiteX3" fmla="*/ 9517384 w 12192000"/>
              <a:gd name="connsiteY3" fmla="*/ 6857999 h 6857999"/>
              <a:gd name="connsiteX4" fmla="*/ 0 w 12192000"/>
              <a:gd name="connsiteY4" fmla="*/ 6857999 h 6857999"/>
              <a:gd name="connsiteX5" fmla="*/ 0 w 12192000"/>
              <a:gd name="connsiteY5" fmla="*/ 267462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7999">
                <a:moveTo>
                  <a:pt x="2674620" y="0"/>
                </a:moveTo>
                <a:lnTo>
                  <a:pt x="12192000" y="0"/>
                </a:lnTo>
                <a:lnTo>
                  <a:pt x="12192000" y="4183383"/>
                </a:lnTo>
                <a:lnTo>
                  <a:pt x="9517384" y="6857999"/>
                </a:lnTo>
                <a:lnTo>
                  <a:pt x="0" y="6857999"/>
                </a:lnTo>
                <a:lnTo>
                  <a:pt x="0" y="2674620"/>
                </a:lnTo>
                <a:close/>
              </a:path>
            </a:pathLst>
          </a:custGeo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142236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_Vertical Title and Tex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A237260-1775-436A-9AFA-4B4711ED78FE}"/>
              </a:ext>
            </a:extLst>
          </p:cNvPr>
          <p:cNvSpPr>
            <a:spLocks noGrp="1"/>
          </p:cNvSpPr>
          <p:nvPr>
            <p:ph type="pic" sz="quarter" idx="10"/>
          </p:nvPr>
        </p:nvSpPr>
        <p:spPr>
          <a:xfrm>
            <a:off x="-13193" y="-7460"/>
            <a:ext cx="18301191" cy="7292085"/>
          </a:xfrm>
          <a:custGeom>
            <a:avLst/>
            <a:gdLst>
              <a:gd name="connsiteX0" fmla="*/ 0 w 12200794"/>
              <a:gd name="connsiteY0" fmla="*/ 0 h 4861390"/>
              <a:gd name="connsiteX1" fmla="*/ 12200794 w 12200794"/>
              <a:gd name="connsiteY1" fmla="*/ 0 h 4861390"/>
              <a:gd name="connsiteX2" fmla="*/ 12200794 w 12200794"/>
              <a:gd name="connsiteY2" fmla="*/ 3450615 h 4861390"/>
              <a:gd name="connsiteX3" fmla="*/ 6100397 w 12200794"/>
              <a:gd name="connsiteY3" fmla="*/ 4861390 h 4861390"/>
              <a:gd name="connsiteX4" fmla="*/ 0 w 12200794"/>
              <a:gd name="connsiteY4" fmla="*/ 3450615 h 4861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0794" h="4861390">
                <a:moveTo>
                  <a:pt x="0" y="0"/>
                </a:moveTo>
                <a:lnTo>
                  <a:pt x="12200794" y="0"/>
                </a:lnTo>
                <a:lnTo>
                  <a:pt x="12200794" y="3450615"/>
                </a:lnTo>
                <a:lnTo>
                  <a:pt x="6100397" y="4861390"/>
                </a:lnTo>
                <a:lnTo>
                  <a:pt x="0" y="3450615"/>
                </a:lnTo>
                <a:close/>
              </a:path>
            </a:pathLst>
          </a:custGeom>
        </p:spPr>
        <p:txBody>
          <a:bodyPr wrap="square">
            <a:noAutofit/>
          </a:bodyPr>
          <a:lstStyle/>
          <a:p>
            <a:endParaRPr lang="en-US"/>
          </a:p>
        </p:txBody>
      </p:sp>
    </p:spTree>
    <p:extLst>
      <p:ext uri="{BB962C8B-B14F-4D97-AF65-F5344CB8AC3E}">
        <p14:creationId xmlns:p14="http://schemas.microsoft.com/office/powerpoint/2010/main" val="172792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_Vertical Title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2992532-7F8E-434E-B4CD-3028F9E8D61B}"/>
              </a:ext>
            </a:extLst>
          </p:cNvPr>
          <p:cNvSpPr>
            <a:spLocks noGrp="1"/>
          </p:cNvSpPr>
          <p:nvPr>
            <p:ph type="pic" sz="quarter" idx="10"/>
          </p:nvPr>
        </p:nvSpPr>
        <p:spPr>
          <a:xfrm>
            <a:off x="9137408" y="-1112129"/>
            <a:ext cx="10742771" cy="11056245"/>
          </a:xfrm>
          <a:custGeom>
            <a:avLst/>
            <a:gdLst>
              <a:gd name="connsiteX0" fmla="*/ 2787816 w 7161847"/>
              <a:gd name="connsiteY0" fmla="*/ 7152549 h 7370830"/>
              <a:gd name="connsiteX1" fmla="*/ 2787817 w 7161847"/>
              <a:gd name="connsiteY1" fmla="*/ 7152549 h 7370830"/>
              <a:gd name="connsiteX2" fmla="*/ 2787816 w 7161847"/>
              <a:gd name="connsiteY2" fmla="*/ 7152550 h 7370830"/>
              <a:gd name="connsiteX3" fmla="*/ 1391706 w 7161847"/>
              <a:gd name="connsiteY3" fmla="*/ 6138863 h 7370830"/>
              <a:gd name="connsiteX4" fmla="*/ 1391707 w 7161847"/>
              <a:gd name="connsiteY4" fmla="*/ 6138863 h 7370830"/>
              <a:gd name="connsiteX5" fmla="*/ 1391707 w 7161847"/>
              <a:gd name="connsiteY5" fmla="*/ 6138864 h 7370830"/>
              <a:gd name="connsiteX6" fmla="*/ 6563752 w 7161847"/>
              <a:gd name="connsiteY6" fmla="*/ 5372121 h 7370830"/>
              <a:gd name="connsiteX7" fmla="*/ 6835791 w 7161847"/>
              <a:gd name="connsiteY7" fmla="*/ 5484803 h 7370830"/>
              <a:gd name="connsiteX8" fmla="*/ 6835790 w 7161847"/>
              <a:gd name="connsiteY8" fmla="*/ 5484804 h 7370830"/>
              <a:gd name="connsiteX9" fmla="*/ 6835790 w 7161847"/>
              <a:gd name="connsiteY9" fmla="*/ 6028882 h 7370830"/>
              <a:gd name="connsiteX10" fmla="*/ 6013108 w 7161847"/>
              <a:gd name="connsiteY10" fmla="*/ 6851562 h 7370830"/>
              <a:gd name="connsiteX11" fmla="*/ 5469030 w 7161847"/>
              <a:gd name="connsiteY11" fmla="*/ 6851562 h 7370830"/>
              <a:gd name="connsiteX12" fmla="*/ 5469030 w 7161847"/>
              <a:gd name="connsiteY12" fmla="*/ 6851564 h 7370830"/>
              <a:gd name="connsiteX13" fmla="*/ 5469031 w 7161847"/>
              <a:gd name="connsiteY13" fmla="*/ 6307485 h 7370830"/>
              <a:gd name="connsiteX14" fmla="*/ 6291713 w 7161847"/>
              <a:gd name="connsiteY14" fmla="*/ 5484803 h 7370830"/>
              <a:gd name="connsiteX15" fmla="*/ 6563752 w 7161847"/>
              <a:gd name="connsiteY15" fmla="*/ 5372121 h 7370830"/>
              <a:gd name="connsiteX16" fmla="*/ 6620795 w 7161847"/>
              <a:gd name="connsiteY16" fmla="*/ 4143997 h 7370830"/>
              <a:gd name="connsiteX17" fmla="*/ 6892834 w 7161847"/>
              <a:gd name="connsiteY17" fmla="*/ 4256679 h 7370830"/>
              <a:gd name="connsiteX18" fmla="*/ 6892832 w 7161847"/>
              <a:gd name="connsiteY18" fmla="*/ 4256681 h 7370830"/>
              <a:gd name="connsiteX19" fmla="*/ 6892832 w 7161847"/>
              <a:gd name="connsiteY19" fmla="*/ 4800759 h 7370830"/>
              <a:gd name="connsiteX20" fmla="*/ 4814590 w 7161847"/>
              <a:gd name="connsiteY20" fmla="*/ 6879000 h 7370830"/>
              <a:gd name="connsiteX21" fmla="*/ 4270513 w 7161847"/>
              <a:gd name="connsiteY21" fmla="*/ 6879000 h 7370830"/>
              <a:gd name="connsiteX22" fmla="*/ 4270514 w 7161847"/>
              <a:gd name="connsiteY22" fmla="*/ 6879001 h 7370830"/>
              <a:gd name="connsiteX23" fmla="*/ 4270514 w 7161847"/>
              <a:gd name="connsiteY23" fmla="*/ 6334923 h 7370830"/>
              <a:gd name="connsiteX24" fmla="*/ 6348755 w 7161847"/>
              <a:gd name="connsiteY24" fmla="*/ 4256680 h 7370830"/>
              <a:gd name="connsiteX25" fmla="*/ 6620795 w 7161847"/>
              <a:gd name="connsiteY25" fmla="*/ 4143997 h 7370830"/>
              <a:gd name="connsiteX26" fmla="*/ 2866468 w 7161847"/>
              <a:gd name="connsiteY26" fmla="*/ 3040604 h 7370830"/>
              <a:gd name="connsiteX27" fmla="*/ 3138506 w 7161847"/>
              <a:gd name="connsiteY27" fmla="*/ 3153287 h 7370830"/>
              <a:gd name="connsiteX28" fmla="*/ 3138505 w 7161847"/>
              <a:gd name="connsiteY28" fmla="*/ 3153287 h 7370830"/>
              <a:gd name="connsiteX29" fmla="*/ 3138506 w 7161847"/>
              <a:gd name="connsiteY29" fmla="*/ 3697364 h 7370830"/>
              <a:gd name="connsiteX30" fmla="*/ 656759 w 7161847"/>
              <a:gd name="connsiteY30" fmla="*/ 6179110 h 7370830"/>
              <a:gd name="connsiteX31" fmla="*/ 173034 w 7161847"/>
              <a:gd name="connsiteY31" fmla="*/ 6228409 h 7370830"/>
              <a:gd name="connsiteX32" fmla="*/ 112681 w 7161847"/>
              <a:gd name="connsiteY32" fmla="*/ 6179110 h 7370830"/>
              <a:gd name="connsiteX33" fmla="*/ 63383 w 7161847"/>
              <a:gd name="connsiteY33" fmla="*/ 6118759 h 7370830"/>
              <a:gd name="connsiteX34" fmla="*/ 112682 w 7161847"/>
              <a:gd name="connsiteY34" fmla="*/ 5635033 h 7370830"/>
              <a:gd name="connsiteX35" fmla="*/ 2594428 w 7161847"/>
              <a:gd name="connsiteY35" fmla="*/ 3153287 h 7370830"/>
              <a:gd name="connsiteX36" fmla="*/ 2866468 w 7161847"/>
              <a:gd name="connsiteY36" fmla="*/ 3040604 h 7370830"/>
              <a:gd name="connsiteX37" fmla="*/ 5359755 w 7161847"/>
              <a:gd name="connsiteY37" fmla="*/ 2993060 h 7370830"/>
              <a:gd name="connsiteX38" fmla="*/ 5631795 w 7161847"/>
              <a:gd name="connsiteY38" fmla="*/ 3105742 h 7370830"/>
              <a:gd name="connsiteX39" fmla="*/ 5631794 w 7161847"/>
              <a:gd name="connsiteY39" fmla="*/ 3105743 h 7370830"/>
              <a:gd name="connsiteX40" fmla="*/ 5631794 w 7161847"/>
              <a:gd name="connsiteY40" fmla="*/ 3649821 h 7370830"/>
              <a:gd name="connsiteX41" fmla="*/ 2023465 w 7161847"/>
              <a:gd name="connsiteY41" fmla="*/ 7258148 h 7370830"/>
              <a:gd name="connsiteX42" fmla="*/ 1539739 w 7161847"/>
              <a:gd name="connsiteY42" fmla="*/ 7307446 h 7370830"/>
              <a:gd name="connsiteX43" fmla="*/ 1479387 w 7161847"/>
              <a:gd name="connsiteY43" fmla="*/ 7258149 h 7370830"/>
              <a:gd name="connsiteX44" fmla="*/ 1479387 w 7161847"/>
              <a:gd name="connsiteY44" fmla="*/ 7258149 h 7370830"/>
              <a:gd name="connsiteX45" fmla="*/ 1430089 w 7161847"/>
              <a:gd name="connsiteY45" fmla="*/ 7197796 h 7370830"/>
              <a:gd name="connsiteX46" fmla="*/ 1479388 w 7161847"/>
              <a:gd name="connsiteY46" fmla="*/ 6714071 h 7370830"/>
              <a:gd name="connsiteX47" fmla="*/ 5087717 w 7161847"/>
              <a:gd name="connsiteY47" fmla="*/ 3105742 h 7370830"/>
              <a:gd name="connsiteX48" fmla="*/ 5359755 w 7161847"/>
              <a:gd name="connsiteY48" fmla="*/ 2993060 h 7370830"/>
              <a:gd name="connsiteX49" fmla="*/ 6668184 w 7161847"/>
              <a:gd name="connsiteY49" fmla="*/ 2887461 h 7370830"/>
              <a:gd name="connsiteX50" fmla="*/ 6940223 w 7161847"/>
              <a:gd name="connsiteY50" fmla="*/ 3000143 h 7370830"/>
              <a:gd name="connsiteX51" fmla="*/ 6940223 w 7161847"/>
              <a:gd name="connsiteY51" fmla="*/ 3000144 h 7370830"/>
              <a:gd name="connsiteX52" fmla="*/ 6940223 w 7161847"/>
              <a:gd name="connsiteY52" fmla="*/ 3544221 h 7370830"/>
              <a:gd name="connsiteX53" fmla="*/ 3331893 w 7161847"/>
              <a:gd name="connsiteY53" fmla="*/ 7152549 h 7370830"/>
              <a:gd name="connsiteX54" fmla="*/ 2848167 w 7161847"/>
              <a:gd name="connsiteY54" fmla="*/ 7201847 h 7370830"/>
              <a:gd name="connsiteX55" fmla="*/ 2787817 w 7161847"/>
              <a:gd name="connsiteY55" fmla="*/ 7152549 h 7370830"/>
              <a:gd name="connsiteX56" fmla="*/ 2738519 w 7161847"/>
              <a:gd name="connsiteY56" fmla="*/ 7092198 h 7370830"/>
              <a:gd name="connsiteX57" fmla="*/ 2787816 w 7161847"/>
              <a:gd name="connsiteY57" fmla="*/ 6608472 h 7370830"/>
              <a:gd name="connsiteX58" fmla="*/ 6396146 w 7161847"/>
              <a:gd name="connsiteY58" fmla="*/ 3000143 h 7370830"/>
              <a:gd name="connsiteX59" fmla="*/ 6668184 w 7161847"/>
              <a:gd name="connsiteY59" fmla="*/ 2887461 h 7370830"/>
              <a:gd name="connsiteX60" fmla="*/ 5272076 w 7161847"/>
              <a:gd name="connsiteY60" fmla="*/ 1873775 h 7370830"/>
              <a:gd name="connsiteX61" fmla="*/ 5544115 w 7161847"/>
              <a:gd name="connsiteY61" fmla="*/ 1986458 h 7370830"/>
              <a:gd name="connsiteX62" fmla="*/ 5544114 w 7161847"/>
              <a:gd name="connsiteY62" fmla="*/ 1986458 h 7370830"/>
              <a:gd name="connsiteX63" fmla="*/ 5544114 w 7161847"/>
              <a:gd name="connsiteY63" fmla="*/ 2530536 h 7370830"/>
              <a:gd name="connsiteX64" fmla="*/ 1935786 w 7161847"/>
              <a:gd name="connsiteY64" fmla="*/ 6138863 h 7370830"/>
              <a:gd name="connsiteX65" fmla="*/ 1452059 w 7161847"/>
              <a:gd name="connsiteY65" fmla="*/ 6188161 h 7370830"/>
              <a:gd name="connsiteX66" fmla="*/ 1391707 w 7161847"/>
              <a:gd name="connsiteY66" fmla="*/ 6138863 h 7370830"/>
              <a:gd name="connsiteX67" fmla="*/ 1342409 w 7161847"/>
              <a:gd name="connsiteY67" fmla="*/ 6078511 h 7370830"/>
              <a:gd name="connsiteX68" fmla="*/ 1391708 w 7161847"/>
              <a:gd name="connsiteY68" fmla="*/ 5594786 h 7370830"/>
              <a:gd name="connsiteX69" fmla="*/ 5000037 w 7161847"/>
              <a:gd name="connsiteY69" fmla="*/ 1986457 h 7370830"/>
              <a:gd name="connsiteX70" fmla="*/ 5272076 w 7161847"/>
              <a:gd name="connsiteY70" fmla="*/ 1873775 h 7370830"/>
              <a:gd name="connsiteX71" fmla="*/ 6777126 w 7161847"/>
              <a:gd name="connsiteY71" fmla="*/ 1542420 h 7370830"/>
              <a:gd name="connsiteX72" fmla="*/ 7049166 w 7161847"/>
              <a:gd name="connsiteY72" fmla="*/ 1655103 h 7370830"/>
              <a:gd name="connsiteX73" fmla="*/ 7049164 w 7161847"/>
              <a:gd name="connsiteY73" fmla="*/ 1655103 h 7370830"/>
              <a:gd name="connsiteX74" fmla="*/ 7049164 w 7161847"/>
              <a:gd name="connsiteY74" fmla="*/ 2199181 h 7370830"/>
              <a:gd name="connsiteX75" fmla="*/ 6226482 w 7161847"/>
              <a:gd name="connsiteY75" fmla="*/ 3021861 h 7370830"/>
              <a:gd name="connsiteX76" fmla="*/ 5682406 w 7161847"/>
              <a:gd name="connsiteY76" fmla="*/ 3021861 h 7370830"/>
              <a:gd name="connsiteX77" fmla="*/ 5682405 w 7161847"/>
              <a:gd name="connsiteY77" fmla="*/ 3021862 h 7370830"/>
              <a:gd name="connsiteX78" fmla="*/ 5682405 w 7161847"/>
              <a:gd name="connsiteY78" fmla="*/ 2477784 h 7370830"/>
              <a:gd name="connsiteX79" fmla="*/ 6505087 w 7161847"/>
              <a:gd name="connsiteY79" fmla="*/ 1655102 h 7370830"/>
              <a:gd name="connsiteX80" fmla="*/ 6777126 w 7161847"/>
              <a:gd name="connsiteY80" fmla="*/ 1542420 h 7370830"/>
              <a:gd name="connsiteX81" fmla="*/ 6635544 w 7161847"/>
              <a:gd name="connsiteY81" fmla="*/ 453955 h 7370830"/>
              <a:gd name="connsiteX82" fmla="*/ 6907582 w 7161847"/>
              <a:gd name="connsiteY82" fmla="*/ 566637 h 7370830"/>
              <a:gd name="connsiteX83" fmla="*/ 6907582 w 7161847"/>
              <a:gd name="connsiteY83" fmla="*/ 566638 h 7370830"/>
              <a:gd name="connsiteX84" fmla="*/ 6907582 w 7161847"/>
              <a:gd name="connsiteY84" fmla="*/ 1110716 h 7370830"/>
              <a:gd name="connsiteX85" fmla="*/ 6084900 w 7161847"/>
              <a:gd name="connsiteY85" fmla="*/ 1933396 h 7370830"/>
              <a:gd name="connsiteX86" fmla="*/ 5540823 w 7161847"/>
              <a:gd name="connsiteY86" fmla="*/ 1933395 h 7370830"/>
              <a:gd name="connsiteX87" fmla="*/ 5540823 w 7161847"/>
              <a:gd name="connsiteY87" fmla="*/ 1933397 h 7370830"/>
              <a:gd name="connsiteX88" fmla="*/ 5540823 w 7161847"/>
              <a:gd name="connsiteY88" fmla="*/ 1389319 h 7370830"/>
              <a:gd name="connsiteX89" fmla="*/ 6363505 w 7161847"/>
              <a:gd name="connsiteY89" fmla="*/ 566637 h 7370830"/>
              <a:gd name="connsiteX90" fmla="*/ 6635544 w 7161847"/>
              <a:gd name="connsiteY90" fmla="*/ 453955 h 7370830"/>
              <a:gd name="connsiteX91" fmla="*/ 4320554 w 7161847"/>
              <a:gd name="connsiteY91" fmla="*/ 370272 h 7370830"/>
              <a:gd name="connsiteX92" fmla="*/ 4592593 w 7161847"/>
              <a:gd name="connsiteY92" fmla="*/ 482954 h 7370830"/>
              <a:gd name="connsiteX93" fmla="*/ 4592592 w 7161847"/>
              <a:gd name="connsiteY93" fmla="*/ 482955 h 7370830"/>
              <a:gd name="connsiteX94" fmla="*/ 4592592 w 7161847"/>
              <a:gd name="connsiteY94" fmla="*/ 1027032 h 7370830"/>
              <a:gd name="connsiteX95" fmla="*/ 984263 w 7161847"/>
              <a:gd name="connsiteY95" fmla="*/ 4635359 h 7370830"/>
              <a:gd name="connsiteX96" fmla="*/ 440184 w 7161847"/>
              <a:gd name="connsiteY96" fmla="*/ 4635359 h 7370830"/>
              <a:gd name="connsiteX97" fmla="*/ 440186 w 7161847"/>
              <a:gd name="connsiteY97" fmla="*/ 4635359 h 7370830"/>
              <a:gd name="connsiteX98" fmla="*/ 440186 w 7161847"/>
              <a:gd name="connsiteY98" fmla="*/ 4091282 h 7370830"/>
              <a:gd name="connsiteX99" fmla="*/ 4048515 w 7161847"/>
              <a:gd name="connsiteY99" fmla="*/ 482954 h 7370830"/>
              <a:gd name="connsiteX100" fmla="*/ 4320554 w 7161847"/>
              <a:gd name="connsiteY100" fmla="*/ 370272 h 7370830"/>
              <a:gd name="connsiteX101" fmla="*/ 5907766 w 7161847"/>
              <a:gd name="connsiteY101" fmla="*/ 0 h 7370830"/>
              <a:gd name="connsiteX102" fmla="*/ 6179803 w 7161847"/>
              <a:gd name="connsiteY102" fmla="*/ 112683 h 7370830"/>
              <a:gd name="connsiteX103" fmla="*/ 6179804 w 7161847"/>
              <a:gd name="connsiteY103" fmla="*/ 112683 h 7370830"/>
              <a:gd name="connsiteX104" fmla="*/ 6179804 w 7161847"/>
              <a:gd name="connsiteY104" fmla="*/ 656761 h 7370830"/>
              <a:gd name="connsiteX105" fmla="*/ 3698057 w 7161847"/>
              <a:gd name="connsiteY105" fmla="*/ 3138507 h 7370830"/>
              <a:gd name="connsiteX106" fmla="*/ 3153979 w 7161847"/>
              <a:gd name="connsiteY106" fmla="*/ 3138507 h 7370830"/>
              <a:gd name="connsiteX107" fmla="*/ 3153980 w 7161847"/>
              <a:gd name="connsiteY107" fmla="*/ 3138507 h 7370830"/>
              <a:gd name="connsiteX108" fmla="*/ 3153980 w 7161847"/>
              <a:gd name="connsiteY108" fmla="*/ 2594430 h 7370830"/>
              <a:gd name="connsiteX109" fmla="*/ 5635727 w 7161847"/>
              <a:gd name="connsiteY109" fmla="*/ 112683 h 7370830"/>
              <a:gd name="connsiteX110" fmla="*/ 5907766 w 7161847"/>
              <a:gd name="connsiteY110" fmla="*/ 0 h 737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7161847" h="7370830">
                <a:moveTo>
                  <a:pt x="2787816" y="7152549"/>
                </a:moveTo>
                <a:lnTo>
                  <a:pt x="2787817" y="7152549"/>
                </a:lnTo>
                <a:lnTo>
                  <a:pt x="2787816" y="7152550"/>
                </a:lnTo>
                <a:close/>
                <a:moveTo>
                  <a:pt x="1391706" y="6138863"/>
                </a:moveTo>
                <a:lnTo>
                  <a:pt x="1391707" y="6138863"/>
                </a:lnTo>
                <a:lnTo>
                  <a:pt x="1391707" y="6138864"/>
                </a:lnTo>
                <a:close/>
                <a:moveTo>
                  <a:pt x="6563752" y="5372121"/>
                </a:moveTo>
                <a:cubicBezTo>
                  <a:pt x="6662211" y="5372121"/>
                  <a:pt x="6760669" y="5409682"/>
                  <a:pt x="6835791" y="5484803"/>
                </a:cubicBezTo>
                <a:lnTo>
                  <a:pt x="6835790" y="5484804"/>
                </a:lnTo>
                <a:cubicBezTo>
                  <a:pt x="6986034" y="5635048"/>
                  <a:pt x="6986034" y="5878639"/>
                  <a:pt x="6835790" y="6028882"/>
                </a:cubicBezTo>
                <a:lnTo>
                  <a:pt x="6013108" y="6851562"/>
                </a:lnTo>
                <a:cubicBezTo>
                  <a:pt x="5862865" y="7001806"/>
                  <a:pt x="5619274" y="7001806"/>
                  <a:pt x="5469030" y="6851562"/>
                </a:cubicBezTo>
                <a:lnTo>
                  <a:pt x="5469030" y="6851564"/>
                </a:lnTo>
                <a:cubicBezTo>
                  <a:pt x="5318788" y="6701320"/>
                  <a:pt x="5318788" y="6457729"/>
                  <a:pt x="5469031" y="6307485"/>
                </a:cubicBezTo>
                <a:lnTo>
                  <a:pt x="6291713" y="5484803"/>
                </a:lnTo>
                <a:cubicBezTo>
                  <a:pt x="6366835" y="5409682"/>
                  <a:pt x="6465294" y="5372121"/>
                  <a:pt x="6563752" y="5372121"/>
                </a:cubicBezTo>
                <a:close/>
                <a:moveTo>
                  <a:pt x="6620795" y="4143997"/>
                </a:moveTo>
                <a:cubicBezTo>
                  <a:pt x="6719254" y="4143997"/>
                  <a:pt x="6817711" y="4181559"/>
                  <a:pt x="6892834" y="4256679"/>
                </a:cubicBezTo>
                <a:lnTo>
                  <a:pt x="6892832" y="4256681"/>
                </a:lnTo>
                <a:cubicBezTo>
                  <a:pt x="7043075" y="4406924"/>
                  <a:pt x="7043075" y="4650516"/>
                  <a:pt x="6892832" y="4800759"/>
                </a:cubicBezTo>
                <a:lnTo>
                  <a:pt x="4814590" y="6879000"/>
                </a:lnTo>
                <a:cubicBezTo>
                  <a:pt x="4664347" y="7029243"/>
                  <a:pt x="4420756" y="7029243"/>
                  <a:pt x="4270513" y="6879000"/>
                </a:cubicBezTo>
                <a:lnTo>
                  <a:pt x="4270514" y="6879001"/>
                </a:lnTo>
                <a:cubicBezTo>
                  <a:pt x="4120269" y="6728758"/>
                  <a:pt x="4120270" y="6485166"/>
                  <a:pt x="4270514" y="6334923"/>
                </a:cubicBezTo>
                <a:lnTo>
                  <a:pt x="6348755" y="4256680"/>
                </a:lnTo>
                <a:cubicBezTo>
                  <a:pt x="6423877" y="4181559"/>
                  <a:pt x="6522336" y="4143997"/>
                  <a:pt x="6620795" y="4143997"/>
                </a:cubicBezTo>
                <a:close/>
                <a:moveTo>
                  <a:pt x="2866468" y="3040604"/>
                </a:moveTo>
                <a:cubicBezTo>
                  <a:pt x="2964925" y="3040604"/>
                  <a:pt x="3063384" y="3078165"/>
                  <a:pt x="3138506" y="3153287"/>
                </a:cubicBezTo>
                <a:lnTo>
                  <a:pt x="3138505" y="3153287"/>
                </a:lnTo>
                <a:cubicBezTo>
                  <a:pt x="3288749" y="3303531"/>
                  <a:pt x="3288749" y="3547122"/>
                  <a:pt x="3138506" y="3697364"/>
                </a:cubicBezTo>
                <a:lnTo>
                  <a:pt x="656759" y="6179110"/>
                </a:lnTo>
                <a:cubicBezTo>
                  <a:pt x="525295" y="6310573"/>
                  <a:pt x="322364" y="6327006"/>
                  <a:pt x="173034" y="6228409"/>
                </a:cubicBezTo>
                <a:lnTo>
                  <a:pt x="112681" y="6179110"/>
                </a:lnTo>
                <a:lnTo>
                  <a:pt x="63383" y="6118759"/>
                </a:lnTo>
                <a:cubicBezTo>
                  <a:pt x="-35214" y="5969429"/>
                  <a:pt x="-18781" y="5766496"/>
                  <a:pt x="112682" y="5635033"/>
                </a:cubicBezTo>
                <a:lnTo>
                  <a:pt x="2594428" y="3153287"/>
                </a:lnTo>
                <a:cubicBezTo>
                  <a:pt x="2669551" y="3078166"/>
                  <a:pt x="2768009" y="3040604"/>
                  <a:pt x="2866468" y="3040604"/>
                </a:cubicBezTo>
                <a:close/>
                <a:moveTo>
                  <a:pt x="5359755" y="2993060"/>
                </a:moveTo>
                <a:cubicBezTo>
                  <a:pt x="5458214" y="2993061"/>
                  <a:pt x="5556673" y="3030621"/>
                  <a:pt x="5631795" y="3105742"/>
                </a:cubicBezTo>
                <a:lnTo>
                  <a:pt x="5631794" y="3105743"/>
                </a:lnTo>
                <a:cubicBezTo>
                  <a:pt x="5782037" y="3255986"/>
                  <a:pt x="5782037" y="3499578"/>
                  <a:pt x="5631794" y="3649821"/>
                </a:cubicBezTo>
                <a:lnTo>
                  <a:pt x="2023465" y="7258148"/>
                </a:lnTo>
                <a:cubicBezTo>
                  <a:pt x="1892002" y="7389611"/>
                  <a:pt x="1689070" y="7406044"/>
                  <a:pt x="1539739" y="7307446"/>
                </a:cubicBezTo>
                <a:lnTo>
                  <a:pt x="1479387" y="7258149"/>
                </a:lnTo>
                <a:lnTo>
                  <a:pt x="1479387" y="7258149"/>
                </a:lnTo>
                <a:lnTo>
                  <a:pt x="1430089" y="7197796"/>
                </a:lnTo>
                <a:cubicBezTo>
                  <a:pt x="1331492" y="7048467"/>
                  <a:pt x="1347925" y="6845534"/>
                  <a:pt x="1479388" y="6714071"/>
                </a:cubicBezTo>
                <a:lnTo>
                  <a:pt x="5087717" y="3105742"/>
                </a:lnTo>
                <a:cubicBezTo>
                  <a:pt x="5162838" y="3030621"/>
                  <a:pt x="5261296" y="2993060"/>
                  <a:pt x="5359755" y="2993060"/>
                </a:cubicBezTo>
                <a:close/>
                <a:moveTo>
                  <a:pt x="6668184" y="2887461"/>
                </a:moveTo>
                <a:cubicBezTo>
                  <a:pt x="6766643" y="2887461"/>
                  <a:pt x="6865102" y="2925021"/>
                  <a:pt x="6940223" y="3000143"/>
                </a:cubicBezTo>
                <a:lnTo>
                  <a:pt x="6940223" y="3000144"/>
                </a:lnTo>
                <a:cubicBezTo>
                  <a:pt x="7090466" y="3150387"/>
                  <a:pt x="7090466" y="3393978"/>
                  <a:pt x="6940223" y="3544221"/>
                </a:cubicBezTo>
                <a:lnTo>
                  <a:pt x="3331893" y="7152549"/>
                </a:lnTo>
                <a:cubicBezTo>
                  <a:pt x="3200432" y="7284013"/>
                  <a:pt x="2997498" y="7300445"/>
                  <a:pt x="2848167" y="7201847"/>
                </a:cubicBezTo>
                <a:lnTo>
                  <a:pt x="2787817" y="7152549"/>
                </a:lnTo>
                <a:lnTo>
                  <a:pt x="2738519" y="7092198"/>
                </a:lnTo>
                <a:cubicBezTo>
                  <a:pt x="2639922" y="6942867"/>
                  <a:pt x="2656354" y="6739935"/>
                  <a:pt x="2787816" y="6608472"/>
                </a:cubicBezTo>
                <a:lnTo>
                  <a:pt x="6396146" y="3000143"/>
                </a:lnTo>
                <a:cubicBezTo>
                  <a:pt x="6471268" y="2925022"/>
                  <a:pt x="6569726" y="2887461"/>
                  <a:pt x="6668184" y="2887461"/>
                </a:cubicBezTo>
                <a:close/>
                <a:moveTo>
                  <a:pt x="5272076" y="1873775"/>
                </a:moveTo>
                <a:cubicBezTo>
                  <a:pt x="5370534" y="1873776"/>
                  <a:pt x="5468993" y="1911336"/>
                  <a:pt x="5544115" y="1986458"/>
                </a:cubicBezTo>
                <a:lnTo>
                  <a:pt x="5544114" y="1986458"/>
                </a:lnTo>
                <a:cubicBezTo>
                  <a:pt x="5694357" y="2136701"/>
                  <a:pt x="5694357" y="2380293"/>
                  <a:pt x="5544114" y="2530536"/>
                </a:cubicBezTo>
                <a:lnTo>
                  <a:pt x="1935786" y="6138863"/>
                </a:lnTo>
                <a:cubicBezTo>
                  <a:pt x="1804322" y="6270326"/>
                  <a:pt x="1601389" y="6286759"/>
                  <a:pt x="1452059" y="6188161"/>
                </a:cubicBezTo>
                <a:lnTo>
                  <a:pt x="1391707" y="6138863"/>
                </a:lnTo>
                <a:lnTo>
                  <a:pt x="1342409" y="6078511"/>
                </a:lnTo>
                <a:cubicBezTo>
                  <a:pt x="1243812" y="5929182"/>
                  <a:pt x="1260245" y="5726249"/>
                  <a:pt x="1391708" y="5594786"/>
                </a:cubicBezTo>
                <a:lnTo>
                  <a:pt x="5000037" y="1986457"/>
                </a:lnTo>
                <a:cubicBezTo>
                  <a:pt x="5075158" y="1911336"/>
                  <a:pt x="5173617" y="1873775"/>
                  <a:pt x="5272076" y="1873775"/>
                </a:cubicBezTo>
                <a:close/>
                <a:moveTo>
                  <a:pt x="6777126" y="1542420"/>
                </a:moveTo>
                <a:cubicBezTo>
                  <a:pt x="6875585" y="1542420"/>
                  <a:pt x="6974043" y="1579981"/>
                  <a:pt x="7049166" y="1655103"/>
                </a:cubicBezTo>
                <a:lnTo>
                  <a:pt x="7049164" y="1655103"/>
                </a:lnTo>
                <a:cubicBezTo>
                  <a:pt x="7199409" y="1805346"/>
                  <a:pt x="7199409" y="2048937"/>
                  <a:pt x="7049164" y="2199181"/>
                </a:cubicBezTo>
                <a:lnTo>
                  <a:pt x="6226482" y="3021861"/>
                </a:lnTo>
                <a:cubicBezTo>
                  <a:pt x="6076239" y="3172104"/>
                  <a:pt x="5832649" y="3172104"/>
                  <a:pt x="5682406" y="3021861"/>
                </a:cubicBezTo>
                <a:lnTo>
                  <a:pt x="5682405" y="3021862"/>
                </a:lnTo>
                <a:cubicBezTo>
                  <a:pt x="5532162" y="2871619"/>
                  <a:pt x="5532163" y="2628028"/>
                  <a:pt x="5682405" y="2477784"/>
                </a:cubicBezTo>
                <a:lnTo>
                  <a:pt x="6505087" y="1655102"/>
                </a:lnTo>
                <a:cubicBezTo>
                  <a:pt x="6580210" y="1579981"/>
                  <a:pt x="6678669" y="1542420"/>
                  <a:pt x="6777126" y="1542420"/>
                </a:cubicBezTo>
                <a:close/>
                <a:moveTo>
                  <a:pt x="6635544" y="453955"/>
                </a:moveTo>
                <a:cubicBezTo>
                  <a:pt x="6734003" y="453955"/>
                  <a:pt x="6832461" y="491516"/>
                  <a:pt x="6907582" y="566637"/>
                </a:cubicBezTo>
                <a:lnTo>
                  <a:pt x="6907582" y="566638"/>
                </a:lnTo>
                <a:cubicBezTo>
                  <a:pt x="7057826" y="716881"/>
                  <a:pt x="7057826" y="960472"/>
                  <a:pt x="6907582" y="1110716"/>
                </a:cubicBezTo>
                <a:lnTo>
                  <a:pt x="6084900" y="1933396"/>
                </a:lnTo>
                <a:cubicBezTo>
                  <a:pt x="5934657" y="2083639"/>
                  <a:pt x="5691065" y="2083639"/>
                  <a:pt x="5540823" y="1933395"/>
                </a:cubicBezTo>
                <a:lnTo>
                  <a:pt x="5540823" y="1933397"/>
                </a:lnTo>
                <a:cubicBezTo>
                  <a:pt x="5390580" y="1783154"/>
                  <a:pt x="5390580" y="1539563"/>
                  <a:pt x="5540823" y="1389319"/>
                </a:cubicBezTo>
                <a:lnTo>
                  <a:pt x="6363505" y="566637"/>
                </a:lnTo>
                <a:cubicBezTo>
                  <a:pt x="6438626" y="491516"/>
                  <a:pt x="6537086" y="453955"/>
                  <a:pt x="6635544" y="453955"/>
                </a:cubicBezTo>
                <a:close/>
                <a:moveTo>
                  <a:pt x="4320554" y="370272"/>
                </a:moveTo>
                <a:cubicBezTo>
                  <a:pt x="4419011" y="370272"/>
                  <a:pt x="4517471" y="407832"/>
                  <a:pt x="4592593" y="482954"/>
                </a:cubicBezTo>
                <a:lnTo>
                  <a:pt x="4592592" y="482955"/>
                </a:lnTo>
                <a:cubicBezTo>
                  <a:pt x="4742835" y="633198"/>
                  <a:pt x="4742835" y="876789"/>
                  <a:pt x="4592592" y="1027032"/>
                </a:cubicBezTo>
                <a:lnTo>
                  <a:pt x="984263" y="4635359"/>
                </a:lnTo>
                <a:cubicBezTo>
                  <a:pt x="834019" y="4785603"/>
                  <a:pt x="590428" y="4785602"/>
                  <a:pt x="440184" y="4635359"/>
                </a:cubicBezTo>
                <a:lnTo>
                  <a:pt x="440186" y="4635359"/>
                </a:lnTo>
                <a:cubicBezTo>
                  <a:pt x="289942" y="4485117"/>
                  <a:pt x="289942" y="4241525"/>
                  <a:pt x="440186" y="4091282"/>
                </a:cubicBezTo>
                <a:lnTo>
                  <a:pt x="4048515" y="482954"/>
                </a:lnTo>
                <a:cubicBezTo>
                  <a:pt x="4123637" y="407832"/>
                  <a:pt x="4222095" y="370272"/>
                  <a:pt x="4320554" y="370272"/>
                </a:cubicBezTo>
                <a:close/>
                <a:moveTo>
                  <a:pt x="5907766" y="0"/>
                </a:moveTo>
                <a:cubicBezTo>
                  <a:pt x="6006224" y="0"/>
                  <a:pt x="6104683" y="37562"/>
                  <a:pt x="6179803" y="112683"/>
                </a:cubicBezTo>
                <a:lnTo>
                  <a:pt x="6179804" y="112683"/>
                </a:lnTo>
                <a:cubicBezTo>
                  <a:pt x="6330047" y="262927"/>
                  <a:pt x="6330047" y="506518"/>
                  <a:pt x="6179804" y="656761"/>
                </a:cubicBezTo>
                <a:lnTo>
                  <a:pt x="3698057" y="3138507"/>
                </a:lnTo>
                <a:cubicBezTo>
                  <a:pt x="3547813" y="3288750"/>
                  <a:pt x="3304221" y="3288750"/>
                  <a:pt x="3153979" y="3138507"/>
                </a:cubicBezTo>
                <a:lnTo>
                  <a:pt x="3153980" y="3138507"/>
                </a:lnTo>
                <a:cubicBezTo>
                  <a:pt x="3003736" y="2988265"/>
                  <a:pt x="3003737" y="2744673"/>
                  <a:pt x="3153980" y="2594430"/>
                </a:cubicBezTo>
                <a:lnTo>
                  <a:pt x="5635727" y="112683"/>
                </a:lnTo>
                <a:cubicBezTo>
                  <a:pt x="5710849" y="37561"/>
                  <a:pt x="5809307" y="0"/>
                  <a:pt x="5907766"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60851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4_Blank">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1483223" y="3063831"/>
            <a:ext cx="2418132" cy="2418132"/>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2" name="Picture Placeholder 10"/>
          <p:cNvSpPr>
            <a:spLocks noGrp="1"/>
          </p:cNvSpPr>
          <p:nvPr>
            <p:ph type="pic" sz="quarter" idx="15" hasCustomPrompt="1"/>
          </p:nvPr>
        </p:nvSpPr>
        <p:spPr>
          <a:xfrm>
            <a:off x="9699636" y="3063831"/>
            <a:ext cx="2418132" cy="2418132"/>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3" name="Picture Placeholder 10"/>
          <p:cNvSpPr>
            <a:spLocks noGrp="1"/>
          </p:cNvSpPr>
          <p:nvPr>
            <p:ph type="pic" sz="quarter" idx="16" hasCustomPrompt="1"/>
          </p:nvPr>
        </p:nvSpPr>
        <p:spPr>
          <a:xfrm>
            <a:off x="1483223" y="6291230"/>
            <a:ext cx="2418132" cy="2418132"/>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4" name="Picture Placeholder 10"/>
          <p:cNvSpPr>
            <a:spLocks noGrp="1"/>
          </p:cNvSpPr>
          <p:nvPr>
            <p:ph type="pic" sz="quarter" idx="17" hasCustomPrompt="1"/>
          </p:nvPr>
        </p:nvSpPr>
        <p:spPr>
          <a:xfrm>
            <a:off x="9699636" y="6291230"/>
            <a:ext cx="2418132" cy="2418132"/>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178426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Left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CEC04A6-C140-43BC-8875-1FDC6B32F72C}"/>
              </a:ext>
            </a:extLst>
          </p:cNvPr>
          <p:cNvSpPr>
            <a:spLocks noGrp="1"/>
          </p:cNvSpPr>
          <p:nvPr>
            <p:ph type="pic" sz="quarter" idx="10"/>
          </p:nvPr>
        </p:nvSpPr>
        <p:spPr>
          <a:xfrm>
            <a:off x="1091046" y="2556164"/>
            <a:ext cx="3415020" cy="3023409"/>
          </a:xfrm>
          <a:custGeom>
            <a:avLst/>
            <a:gdLst>
              <a:gd name="connsiteX0" fmla="*/ 0 w 2276680"/>
              <a:gd name="connsiteY0" fmla="*/ 0 h 2015606"/>
              <a:gd name="connsiteX1" fmla="*/ 2276680 w 2276680"/>
              <a:gd name="connsiteY1" fmla="*/ 0 h 2015606"/>
              <a:gd name="connsiteX2" fmla="*/ 2276680 w 2276680"/>
              <a:gd name="connsiteY2" fmla="*/ 2015606 h 2015606"/>
              <a:gd name="connsiteX3" fmla="*/ 0 w 2276680"/>
              <a:gd name="connsiteY3" fmla="*/ 2015606 h 2015606"/>
            </a:gdLst>
            <a:ahLst/>
            <a:cxnLst>
              <a:cxn ang="0">
                <a:pos x="connsiteX0" y="connsiteY0"/>
              </a:cxn>
              <a:cxn ang="0">
                <a:pos x="connsiteX1" y="connsiteY1"/>
              </a:cxn>
              <a:cxn ang="0">
                <a:pos x="connsiteX2" y="connsiteY2"/>
              </a:cxn>
              <a:cxn ang="0">
                <a:pos x="connsiteX3" y="connsiteY3"/>
              </a:cxn>
            </a:cxnLst>
            <a:rect l="l" t="t" r="r" b="b"/>
            <a:pathLst>
              <a:path w="2276680" h="2015606">
                <a:moveTo>
                  <a:pt x="0" y="0"/>
                </a:moveTo>
                <a:lnTo>
                  <a:pt x="2276680" y="0"/>
                </a:lnTo>
                <a:lnTo>
                  <a:pt x="2276680" y="2015606"/>
                </a:lnTo>
                <a:lnTo>
                  <a:pt x="0" y="2015606"/>
                </a:lnTo>
                <a:close/>
              </a:path>
            </a:pathLst>
          </a:custGeom>
        </p:spPr>
        <p:txBody>
          <a:bodyPr wrap="square">
            <a:noAutofit/>
          </a:bodyPr>
          <a:lstStyle/>
          <a:p>
            <a:endParaRPr lang="en-US"/>
          </a:p>
        </p:txBody>
      </p:sp>
      <p:sp>
        <p:nvSpPr>
          <p:cNvPr id="11" name="Picture Placeholder 10">
            <a:extLst>
              <a:ext uri="{FF2B5EF4-FFF2-40B4-BE49-F238E27FC236}">
                <a16:creationId xmlns:a16="http://schemas.microsoft.com/office/drawing/2014/main" id="{89795DF4-802A-4E72-9CDB-E27ABA316704}"/>
              </a:ext>
            </a:extLst>
          </p:cNvPr>
          <p:cNvSpPr>
            <a:spLocks noGrp="1"/>
          </p:cNvSpPr>
          <p:nvPr>
            <p:ph type="pic" sz="quarter" idx="11"/>
          </p:nvPr>
        </p:nvSpPr>
        <p:spPr>
          <a:xfrm>
            <a:off x="1091046" y="5952018"/>
            <a:ext cx="3415020" cy="3023409"/>
          </a:xfrm>
          <a:custGeom>
            <a:avLst/>
            <a:gdLst>
              <a:gd name="connsiteX0" fmla="*/ 0 w 2276680"/>
              <a:gd name="connsiteY0" fmla="*/ 0 h 2015606"/>
              <a:gd name="connsiteX1" fmla="*/ 2276680 w 2276680"/>
              <a:gd name="connsiteY1" fmla="*/ 0 h 2015606"/>
              <a:gd name="connsiteX2" fmla="*/ 2276680 w 2276680"/>
              <a:gd name="connsiteY2" fmla="*/ 2015606 h 2015606"/>
              <a:gd name="connsiteX3" fmla="*/ 0 w 2276680"/>
              <a:gd name="connsiteY3" fmla="*/ 2015606 h 2015606"/>
            </a:gdLst>
            <a:ahLst/>
            <a:cxnLst>
              <a:cxn ang="0">
                <a:pos x="connsiteX0" y="connsiteY0"/>
              </a:cxn>
              <a:cxn ang="0">
                <a:pos x="connsiteX1" y="connsiteY1"/>
              </a:cxn>
              <a:cxn ang="0">
                <a:pos x="connsiteX2" y="connsiteY2"/>
              </a:cxn>
              <a:cxn ang="0">
                <a:pos x="connsiteX3" y="connsiteY3"/>
              </a:cxn>
            </a:cxnLst>
            <a:rect l="l" t="t" r="r" b="b"/>
            <a:pathLst>
              <a:path w="2276680" h="2015606">
                <a:moveTo>
                  <a:pt x="0" y="0"/>
                </a:moveTo>
                <a:lnTo>
                  <a:pt x="2276680" y="0"/>
                </a:lnTo>
                <a:lnTo>
                  <a:pt x="2276680" y="2015606"/>
                </a:lnTo>
                <a:lnTo>
                  <a:pt x="0" y="2015606"/>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87550E9B-7E5A-4819-9BD0-368B02A0F7E7}"/>
              </a:ext>
            </a:extLst>
          </p:cNvPr>
          <p:cNvSpPr>
            <a:spLocks noGrp="1"/>
          </p:cNvSpPr>
          <p:nvPr>
            <p:ph type="pic" sz="quarter" idx="12"/>
          </p:nvPr>
        </p:nvSpPr>
        <p:spPr>
          <a:xfrm>
            <a:off x="8896278" y="2567433"/>
            <a:ext cx="3415020" cy="3023409"/>
          </a:xfrm>
          <a:custGeom>
            <a:avLst/>
            <a:gdLst>
              <a:gd name="connsiteX0" fmla="*/ 0 w 2276680"/>
              <a:gd name="connsiteY0" fmla="*/ 0 h 2015606"/>
              <a:gd name="connsiteX1" fmla="*/ 2276680 w 2276680"/>
              <a:gd name="connsiteY1" fmla="*/ 0 h 2015606"/>
              <a:gd name="connsiteX2" fmla="*/ 2276680 w 2276680"/>
              <a:gd name="connsiteY2" fmla="*/ 2015606 h 2015606"/>
              <a:gd name="connsiteX3" fmla="*/ 0 w 2276680"/>
              <a:gd name="connsiteY3" fmla="*/ 2015606 h 2015606"/>
            </a:gdLst>
            <a:ahLst/>
            <a:cxnLst>
              <a:cxn ang="0">
                <a:pos x="connsiteX0" y="connsiteY0"/>
              </a:cxn>
              <a:cxn ang="0">
                <a:pos x="connsiteX1" y="connsiteY1"/>
              </a:cxn>
              <a:cxn ang="0">
                <a:pos x="connsiteX2" y="connsiteY2"/>
              </a:cxn>
              <a:cxn ang="0">
                <a:pos x="connsiteX3" y="connsiteY3"/>
              </a:cxn>
            </a:cxnLst>
            <a:rect l="l" t="t" r="r" b="b"/>
            <a:pathLst>
              <a:path w="2276680" h="2015606">
                <a:moveTo>
                  <a:pt x="0" y="0"/>
                </a:moveTo>
                <a:lnTo>
                  <a:pt x="2276680" y="0"/>
                </a:lnTo>
                <a:lnTo>
                  <a:pt x="2276680" y="2015606"/>
                </a:lnTo>
                <a:lnTo>
                  <a:pt x="0" y="2015606"/>
                </a:lnTo>
                <a:close/>
              </a:path>
            </a:pathLst>
          </a:custGeom>
        </p:spPr>
        <p:txBody>
          <a:bodyPr wrap="square">
            <a:noAutofit/>
          </a:bodyPr>
          <a:lstStyle/>
          <a:p>
            <a:endParaRPr lang="en-US"/>
          </a:p>
        </p:txBody>
      </p:sp>
      <p:sp>
        <p:nvSpPr>
          <p:cNvPr id="17" name="Picture Placeholder 16">
            <a:extLst>
              <a:ext uri="{FF2B5EF4-FFF2-40B4-BE49-F238E27FC236}">
                <a16:creationId xmlns:a16="http://schemas.microsoft.com/office/drawing/2014/main" id="{7A4AFDF7-FE8E-4C0F-947D-5234F68F836B}"/>
              </a:ext>
            </a:extLst>
          </p:cNvPr>
          <p:cNvSpPr>
            <a:spLocks noGrp="1"/>
          </p:cNvSpPr>
          <p:nvPr>
            <p:ph type="pic" sz="quarter" idx="13"/>
          </p:nvPr>
        </p:nvSpPr>
        <p:spPr>
          <a:xfrm>
            <a:off x="8896278" y="5963288"/>
            <a:ext cx="3415020" cy="3023409"/>
          </a:xfrm>
          <a:custGeom>
            <a:avLst/>
            <a:gdLst>
              <a:gd name="connsiteX0" fmla="*/ 0 w 2276680"/>
              <a:gd name="connsiteY0" fmla="*/ 0 h 2015606"/>
              <a:gd name="connsiteX1" fmla="*/ 2276680 w 2276680"/>
              <a:gd name="connsiteY1" fmla="*/ 0 h 2015606"/>
              <a:gd name="connsiteX2" fmla="*/ 2276680 w 2276680"/>
              <a:gd name="connsiteY2" fmla="*/ 2015606 h 2015606"/>
              <a:gd name="connsiteX3" fmla="*/ 0 w 2276680"/>
              <a:gd name="connsiteY3" fmla="*/ 2015606 h 2015606"/>
            </a:gdLst>
            <a:ahLst/>
            <a:cxnLst>
              <a:cxn ang="0">
                <a:pos x="connsiteX0" y="connsiteY0"/>
              </a:cxn>
              <a:cxn ang="0">
                <a:pos x="connsiteX1" y="connsiteY1"/>
              </a:cxn>
              <a:cxn ang="0">
                <a:pos x="connsiteX2" y="connsiteY2"/>
              </a:cxn>
              <a:cxn ang="0">
                <a:pos x="connsiteX3" y="connsiteY3"/>
              </a:cxn>
            </a:cxnLst>
            <a:rect l="l" t="t" r="r" b="b"/>
            <a:pathLst>
              <a:path w="2276680" h="2015606">
                <a:moveTo>
                  <a:pt x="0" y="0"/>
                </a:moveTo>
                <a:lnTo>
                  <a:pt x="2276680" y="0"/>
                </a:lnTo>
                <a:lnTo>
                  <a:pt x="2276680" y="2015606"/>
                </a:lnTo>
                <a:lnTo>
                  <a:pt x="0" y="2015606"/>
                </a:lnTo>
                <a:close/>
              </a:path>
            </a:pathLst>
          </a:custGeom>
        </p:spPr>
        <p:txBody>
          <a:bodyPr wrap="square">
            <a:noAutofit/>
          </a:bodyPr>
          <a:lstStyle/>
          <a:p>
            <a:endParaRPr lang="en-US"/>
          </a:p>
        </p:txBody>
      </p:sp>
    </p:spTree>
    <p:extLst>
      <p:ext uri="{BB962C8B-B14F-4D97-AF65-F5344CB8AC3E}">
        <p14:creationId xmlns:p14="http://schemas.microsoft.com/office/powerpoint/2010/main" val="129647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1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721750" y="3063419"/>
            <a:ext cx="3392084" cy="444863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8" name="Picture Placeholder 3"/>
          <p:cNvSpPr>
            <a:spLocks noGrp="1"/>
          </p:cNvSpPr>
          <p:nvPr>
            <p:ph type="pic" sz="quarter" idx="11"/>
          </p:nvPr>
        </p:nvSpPr>
        <p:spPr>
          <a:xfrm>
            <a:off x="5539216" y="3063419"/>
            <a:ext cx="3392084" cy="444863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9" name="Picture Placeholder 3"/>
          <p:cNvSpPr>
            <a:spLocks noGrp="1"/>
          </p:cNvSpPr>
          <p:nvPr>
            <p:ph type="pic" sz="quarter" idx="12"/>
          </p:nvPr>
        </p:nvSpPr>
        <p:spPr>
          <a:xfrm>
            <a:off x="9356677" y="3063419"/>
            <a:ext cx="3392084" cy="444863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0" name="Picture Placeholder 3"/>
          <p:cNvSpPr>
            <a:spLocks noGrp="1"/>
          </p:cNvSpPr>
          <p:nvPr>
            <p:ph type="pic" sz="quarter" idx="13"/>
          </p:nvPr>
        </p:nvSpPr>
        <p:spPr>
          <a:xfrm>
            <a:off x="13174129" y="3063419"/>
            <a:ext cx="3392084" cy="444863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39504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0_Blank">
    <p:spTree>
      <p:nvGrpSpPr>
        <p:cNvPr id="1" name=""/>
        <p:cNvGrpSpPr/>
        <p:nvPr/>
      </p:nvGrpSpPr>
      <p:grpSpPr>
        <a:xfrm>
          <a:off x="0" y="0"/>
          <a:ext cx="0" cy="0"/>
          <a:chOff x="0" y="0"/>
          <a:chExt cx="0" cy="0"/>
        </a:xfrm>
      </p:grpSpPr>
      <p:sp>
        <p:nvSpPr>
          <p:cNvPr id="12" name="Picture Placeholder 10"/>
          <p:cNvSpPr>
            <a:spLocks noGrp="1"/>
          </p:cNvSpPr>
          <p:nvPr>
            <p:ph type="pic" sz="quarter" idx="14" hasCustomPrompt="1"/>
          </p:nvPr>
        </p:nvSpPr>
        <p:spPr>
          <a:xfrm>
            <a:off x="1390919" y="3042684"/>
            <a:ext cx="2637723" cy="2817690"/>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3" name="Picture Placeholder 10"/>
          <p:cNvSpPr>
            <a:spLocks noGrp="1"/>
          </p:cNvSpPr>
          <p:nvPr>
            <p:ph type="pic" sz="quarter" idx="15" hasCustomPrompt="1"/>
          </p:nvPr>
        </p:nvSpPr>
        <p:spPr>
          <a:xfrm>
            <a:off x="9277026" y="3042684"/>
            <a:ext cx="2637723" cy="2817690"/>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4" name="Picture Placeholder 10"/>
          <p:cNvSpPr>
            <a:spLocks noGrp="1"/>
          </p:cNvSpPr>
          <p:nvPr>
            <p:ph type="pic" sz="quarter" idx="16" hasCustomPrompt="1"/>
          </p:nvPr>
        </p:nvSpPr>
        <p:spPr>
          <a:xfrm>
            <a:off x="6399006" y="6107367"/>
            <a:ext cx="2637723" cy="2817690"/>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8" name="Picture Placeholder 10"/>
          <p:cNvSpPr>
            <a:spLocks noGrp="1"/>
          </p:cNvSpPr>
          <p:nvPr>
            <p:ph type="pic" sz="quarter" idx="17" hasCustomPrompt="1"/>
          </p:nvPr>
        </p:nvSpPr>
        <p:spPr>
          <a:xfrm>
            <a:off x="14285115" y="6107367"/>
            <a:ext cx="2637723" cy="2817690"/>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365923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2_Blank">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2080183" y="3045620"/>
            <a:ext cx="3021410" cy="3021414"/>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5" name="Picture Placeholder 10"/>
          <p:cNvSpPr>
            <a:spLocks noGrp="1"/>
          </p:cNvSpPr>
          <p:nvPr>
            <p:ph type="pic" sz="quarter" idx="19" hasCustomPrompt="1"/>
          </p:nvPr>
        </p:nvSpPr>
        <p:spPr>
          <a:xfrm>
            <a:off x="5782267" y="3045620"/>
            <a:ext cx="3021410" cy="3021414"/>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7" name="Picture Placeholder 10"/>
          <p:cNvSpPr>
            <a:spLocks noGrp="1"/>
          </p:cNvSpPr>
          <p:nvPr>
            <p:ph type="pic" sz="quarter" idx="20" hasCustomPrompt="1"/>
          </p:nvPr>
        </p:nvSpPr>
        <p:spPr>
          <a:xfrm>
            <a:off x="9484345" y="3045620"/>
            <a:ext cx="3021410" cy="3021414"/>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8" name="Picture Placeholder 10"/>
          <p:cNvSpPr>
            <a:spLocks noGrp="1"/>
          </p:cNvSpPr>
          <p:nvPr>
            <p:ph type="pic" sz="quarter" idx="21" hasCustomPrompt="1"/>
          </p:nvPr>
        </p:nvSpPr>
        <p:spPr>
          <a:xfrm>
            <a:off x="13186409" y="3045620"/>
            <a:ext cx="3021410" cy="3021414"/>
          </a:xfrm>
          <a:prstGeom prst="rect">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11476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7_Blank">
    <p:spTree>
      <p:nvGrpSpPr>
        <p:cNvPr id="1" name=""/>
        <p:cNvGrpSpPr/>
        <p:nvPr/>
      </p:nvGrpSpPr>
      <p:grpSpPr>
        <a:xfrm>
          <a:off x="0" y="0"/>
          <a:ext cx="0" cy="0"/>
          <a:chOff x="0" y="0"/>
          <a:chExt cx="0" cy="0"/>
        </a:xfrm>
      </p:grpSpPr>
      <p:sp>
        <p:nvSpPr>
          <p:cNvPr id="13" name="Picture Placeholder 10"/>
          <p:cNvSpPr>
            <a:spLocks noGrp="1"/>
          </p:cNvSpPr>
          <p:nvPr>
            <p:ph type="pic" sz="quarter" idx="18" hasCustomPrompt="1"/>
          </p:nvPr>
        </p:nvSpPr>
        <p:spPr>
          <a:xfrm>
            <a:off x="1934297" y="2671940"/>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4" name="Picture Placeholder 10"/>
          <p:cNvSpPr>
            <a:spLocks noGrp="1"/>
          </p:cNvSpPr>
          <p:nvPr>
            <p:ph type="pic" sz="quarter" idx="19" hasCustomPrompt="1"/>
          </p:nvPr>
        </p:nvSpPr>
        <p:spPr>
          <a:xfrm>
            <a:off x="5929538" y="2671940"/>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5" name="Picture Placeholder 10"/>
          <p:cNvSpPr>
            <a:spLocks noGrp="1"/>
          </p:cNvSpPr>
          <p:nvPr>
            <p:ph type="pic" sz="quarter" idx="20" hasCustomPrompt="1"/>
          </p:nvPr>
        </p:nvSpPr>
        <p:spPr>
          <a:xfrm>
            <a:off x="9924779" y="2671940"/>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6" name="Picture Placeholder 10"/>
          <p:cNvSpPr>
            <a:spLocks noGrp="1"/>
          </p:cNvSpPr>
          <p:nvPr>
            <p:ph type="pic" sz="quarter" idx="21" hasCustomPrompt="1"/>
          </p:nvPr>
        </p:nvSpPr>
        <p:spPr>
          <a:xfrm>
            <a:off x="13920019" y="2671940"/>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7" name="Picture Placeholder 10"/>
          <p:cNvSpPr>
            <a:spLocks noGrp="1"/>
          </p:cNvSpPr>
          <p:nvPr>
            <p:ph type="pic" sz="quarter" idx="22" hasCustomPrompt="1"/>
          </p:nvPr>
        </p:nvSpPr>
        <p:spPr>
          <a:xfrm>
            <a:off x="1934297" y="5978771"/>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8" name="Picture Placeholder 10"/>
          <p:cNvSpPr>
            <a:spLocks noGrp="1"/>
          </p:cNvSpPr>
          <p:nvPr>
            <p:ph type="pic" sz="quarter" idx="23" hasCustomPrompt="1"/>
          </p:nvPr>
        </p:nvSpPr>
        <p:spPr>
          <a:xfrm>
            <a:off x="5929538" y="5978771"/>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9" name="Picture Placeholder 10"/>
          <p:cNvSpPr>
            <a:spLocks noGrp="1"/>
          </p:cNvSpPr>
          <p:nvPr>
            <p:ph type="pic" sz="quarter" idx="24" hasCustomPrompt="1"/>
          </p:nvPr>
        </p:nvSpPr>
        <p:spPr>
          <a:xfrm>
            <a:off x="9924779" y="5978771"/>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20" name="Picture Placeholder 10"/>
          <p:cNvSpPr>
            <a:spLocks noGrp="1"/>
          </p:cNvSpPr>
          <p:nvPr>
            <p:ph type="pic" sz="quarter" idx="25" hasCustomPrompt="1"/>
          </p:nvPr>
        </p:nvSpPr>
        <p:spPr>
          <a:xfrm>
            <a:off x="13920019" y="5978771"/>
            <a:ext cx="2433686" cy="2433686"/>
          </a:xfrm>
          <a:prstGeom prst="ellipse">
            <a:avLst/>
          </a:pr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313510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71_Blank">
    <p:spTree>
      <p:nvGrpSpPr>
        <p:cNvPr id="1" name=""/>
        <p:cNvGrpSpPr/>
        <p:nvPr/>
      </p:nvGrpSpPr>
      <p:grpSpPr>
        <a:xfrm>
          <a:off x="0" y="0"/>
          <a:ext cx="0" cy="0"/>
          <a:chOff x="0" y="0"/>
          <a:chExt cx="0" cy="0"/>
        </a:xfrm>
      </p:grpSpPr>
      <p:sp>
        <p:nvSpPr>
          <p:cNvPr id="16" name="Picture Placeholder 10"/>
          <p:cNvSpPr>
            <a:spLocks noGrp="1"/>
          </p:cNvSpPr>
          <p:nvPr>
            <p:ph type="pic" sz="quarter" idx="18"/>
          </p:nvPr>
        </p:nvSpPr>
        <p:spPr>
          <a:xfrm>
            <a:off x="1990814" y="3063416"/>
            <a:ext cx="4232099" cy="4232099"/>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
        <p:nvSpPr>
          <p:cNvPr id="17" name="Picture Placeholder 10"/>
          <p:cNvSpPr>
            <a:spLocks noGrp="1"/>
          </p:cNvSpPr>
          <p:nvPr>
            <p:ph type="pic" sz="quarter" idx="19"/>
          </p:nvPr>
        </p:nvSpPr>
        <p:spPr>
          <a:xfrm>
            <a:off x="7027951" y="3063416"/>
            <a:ext cx="4232099" cy="4232099"/>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
        <p:nvSpPr>
          <p:cNvPr id="18" name="Picture Placeholder 10"/>
          <p:cNvSpPr>
            <a:spLocks noGrp="1"/>
          </p:cNvSpPr>
          <p:nvPr>
            <p:ph type="pic" sz="quarter" idx="20"/>
          </p:nvPr>
        </p:nvSpPr>
        <p:spPr>
          <a:xfrm>
            <a:off x="12065087" y="3063416"/>
            <a:ext cx="4232099" cy="4232099"/>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227291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2_Blank">
    <p:spTree>
      <p:nvGrpSpPr>
        <p:cNvPr id="1" name=""/>
        <p:cNvGrpSpPr/>
        <p:nvPr/>
      </p:nvGrpSpPr>
      <p:grpSpPr>
        <a:xfrm>
          <a:off x="0" y="0"/>
          <a:ext cx="0" cy="0"/>
          <a:chOff x="0" y="0"/>
          <a:chExt cx="0" cy="0"/>
        </a:xfrm>
      </p:grpSpPr>
      <p:sp>
        <p:nvSpPr>
          <p:cNvPr id="15" name="Picture Placeholder 10"/>
          <p:cNvSpPr>
            <a:spLocks noGrp="1"/>
          </p:cNvSpPr>
          <p:nvPr>
            <p:ph type="pic" sz="quarter" idx="18"/>
          </p:nvPr>
        </p:nvSpPr>
        <p:spPr>
          <a:xfrm>
            <a:off x="1181360" y="3063419"/>
            <a:ext cx="3639086" cy="3794582"/>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
        <p:nvSpPr>
          <p:cNvPr id="19" name="Picture Placeholder 10"/>
          <p:cNvSpPr>
            <a:spLocks noGrp="1"/>
          </p:cNvSpPr>
          <p:nvPr>
            <p:ph type="pic" sz="quarter" idx="19"/>
          </p:nvPr>
        </p:nvSpPr>
        <p:spPr>
          <a:xfrm>
            <a:off x="5276749" y="3063419"/>
            <a:ext cx="3639086" cy="3794582"/>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
        <p:nvSpPr>
          <p:cNvPr id="20" name="Picture Placeholder 10"/>
          <p:cNvSpPr>
            <a:spLocks noGrp="1"/>
          </p:cNvSpPr>
          <p:nvPr>
            <p:ph type="pic" sz="quarter" idx="20"/>
          </p:nvPr>
        </p:nvSpPr>
        <p:spPr>
          <a:xfrm>
            <a:off x="9372166" y="3063419"/>
            <a:ext cx="3639086" cy="3794582"/>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
        <p:nvSpPr>
          <p:cNvPr id="21" name="Picture Placeholder 10"/>
          <p:cNvSpPr>
            <a:spLocks noGrp="1"/>
          </p:cNvSpPr>
          <p:nvPr>
            <p:ph type="pic" sz="quarter" idx="21"/>
          </p:nvPr>
        </p:nvSpPr>
        <p:spPr>
          <a:xfrm>
            <a:off x="13467554" y="3063419"/>
            <a:ext cx="3639086" cy="3794582"/>
          </a:xfrm>
          <a:prstGeom prst="rect">
            <a:avLst/>
          </a:prstGeo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127910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8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75372" y="594359"/>
            <a:ext cx="16953942" cy="909828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7447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2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14" name="Picture Placeholder 2"/>
          <p:cNvSpPr>
            <a:spLocks noGrp="1"/>
          </p:cNvSpPr>
          <p:nvPr>
            <p:ph type="pic" sz="quarter" idx="10"/>
          </p:nvPr>
        </p:nvSpPr>
        <p:spPr>
          <a:xfrm>
            <a:off x="1047340" y="2821460"/>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5" name="Picture Placeholder 2"/>
          <p:cNvSpPr>
            <a:spLocks noGrp="1"/>
          </p:cNvSpPr>
          <p:nvPr>
            <p:ph type="pic" sz="quarter" idx="11"/>
          </p:nvPr>
        </p:nvSpPr>
        <p:spPr>
          <a:xfrm>
            <a:off x="9143401" y="2821460"/>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6" name="Picture Placeholder 2"/>
          <p:cNvSpPr>
            <a:spLocks noGrp="1"/>
          </p:cNvSpPr>
          <p:nvPr>
            <p:ph type="pic" sz="quarter" idx="12"/>
          </p:nvPr>
        </p:nvSpPr>
        <p:spPr>
          <a:xfrm>
            <a:off x="5095370" y="5888026"/>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7" name="Picture Placeholder 2"/>
          <p:cNvSpPr>
            <a:spLocks noGrp="1"/>
          </p:cNvSpPr>
          <p:nvPr>
            <p:ph type="pic" sz="quarter" idx="13"/>
          </p:nvPr>
        </p:nvSpPr>
        <p:spPr>
          <a:xfrm>
            <a:off x="13190900" y="5888026"/>
            <a:ext cx="4048031" cy="3066566"/>
          </a:xfr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284410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3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8" name="Picture Placeholder 2"/>
          <p:cNvSpPr>
            <a:spLocks noGrp="1"/>
          </p:cNvSpPr>
          <p:nvPr>
            <p:ph type="pic" sz="quarter" idx="14"/>
          </p:nvPr>
        </p:nvSpPr>
        <p:spPr>
          <a:xfrm>
            <a:off x="1047340" y="5888026"/>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1" name="Picture Placeholder 2"/>
          <p:cNvSpPr>
            <a:spLocks noGrp="1"/>
          </p:cNvSpPr>
          <p:nvPr>
            <p:ph type="pic" sz="quarter" idx="15"/>
          </p:nvPr>
        </p:nvSpPr>
        <p:spPr>
          <a:xfrm>
            <a:off x="5095370" y="2821460"/>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2" name="Picture Placeholder 2"/>
          <p:cNvSpPr>
            <a:spLocks noGrp="1"/>
          </p:cNvSpPr>
          <p:nvPr>
            <p:ph type="pic" sz="quarter" idx="16"/>
          </p:nvPr>
        </p:nvSpPr>
        <p:spPr>
          <a:xfrm>
            <a:off x="13190900" y="2821460"/>
            <a:ext cx="4048031" cy="306656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3" name="Picture Placeholder 2"/>
          <p:cNvSpPr>
            <a:spLocks noGrp="1"/>
          </p:cNvSpPr>
          <p:nvPr>
            <p:ph type="pic" sz="quarter" idx="17"/>
          </p:nvPr>
        </p:nvSpPr>
        <p:spPr>
          <a:xfrm>
            <a:off x="9143401" y="5888026"/>
            <a:ext cx="4048031" cy="3066566"/>
          </a:xfrm>
          <a:solidFill>
            <a:srgbClr val="E1E9EA">
              <a:alpha val="70000"/>
            </a:srgb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196138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6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3" name="Picture Placeholder 2"/>
          <p:cNvSpPr>
            <a:spLocks noGrp="1"/>
          </p:cNvSpPr>
          <p:nvPr>
            <p:ph type="pic" sz="quarter" idx="10"/>
          </p:nvPr>
        </p:nvSpPr>
        <p:spPr>
          <a:xfrm>
            <a:off x="0" y="0"/>
            <a:ext cx="18288000" cy="670810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24211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5_Blank">
    <p:spTree>
      <p:nvGrpSpPr>
        <p:cNvPr id="1" name=""/>
        <p:cNvGrpSpPr/>
        <p:nvPr/>
      </p:nvGrpSpPr>
      <p:grpSpPr>
        <a:xfrm>
          <a:off x="0" y="0"/>
          <a:ext cx="0" cy="0"/>
          <a:chOff x="0" y="0"/>
          <a:chExt cx="0" cy="0"/>
        </a:xfrm>
      </p:grpSpPr>
      <p:sp>
        <p:nvSpPr>
          <p:cNvPr id="30" name="TextBox 29"/>
          <p:cNvSpPr txBox="1"/>
          <p:nvPr userDrawn="1"/>
        </p:nvSpPr>
        <p:spPr>
          <a:xfrm flipH="1">
            <a:off x="17418819" y="9584940"/>
            <a:ext cx="474489" cy="369332"/>
          </a:xfrm>
          <a:prstGeom prst="rect">
            <a:avLst/>
          </a:prstGeom>
          <a:noFill/>
        </p:spPr>
        <p:txBody>
          <a:bodyPr wrap="none" rtlCol="0">
            <a:spAutoFit/>
          </a:bodyPr>
          <a:lstStyle>
            <a:defPPr>
              <a:defRPr lang="en-US"/>
            </a:defPPr>
            <a:lvl1pPr lvl="0">
              <a:defRPr sz="1200" b="1" spc="20" baseline="0">
                <a:solidFill>
                  <a:schemeClr val="bg1"/>
                </a:solidFill>
                <a:latin typeface="Calibri" panose="020F0502020204030204" pitchFamily="34" charset="0"/>
                <a:cs typeface="Calibri" panose="020F0502020204030204" pitchFamily="34" charset="0"/>
              </a:defRPr>
            </a:lvl1pPr>
          </a:lstStyle>
          <a:p>
            <a:pPr lvl="0" algn="r"/>
            <a:fld id="{C7C71010-677A-489C-BB3F-CA8EBC4C3264}" type="slidenum">
              <a:rPr lang="id-ID" sz="1800" b="0" smtClean="0">
                <a:latin typeface="Arial" panose="020B0604020202020204" pitchFamily="34" charset="0"/>
              </a:rPr>
              <a:pPr lvl="0" algn="r"/>
              <a:t>‹#›</a:t>
            </a:fld>
            <a:endParaRPr lang="id-ID" sz="1800" b="0">
              <a:latin typeface="Arial" panose="020B0604020202020204" pitchFamily="34" charset="0"/>
            </a:endParaRPr>
          </a:p>
        </p:txBody>
      </p:sp>
      <p:sp>
        <p:nvSpPr>
          <p:cNvPr id="31" name="Picture Placeholder 2"/>
          <p:cNvSpPr>
            <a:spLocks noGrp="1"/>
          </p:cNvSpPr>
          <p:nvPr>
            <p:ph type="pic" sz="quarter" idx="14"/>
          </p:nvPr>
        </p:nvSpPr>
        <p:spPr>
          <a:xfrm>
            <a:off x="1136990" y="1153953"/>
            <a:ext cx="3936693"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2" name="Picture Placeholder 2"/>
          <p:cNvSpPr>
            <a:spLocks noGrp="1"/>
          </p:cNvSpPr>
          <p:nvPr>
            <p:ph type="pic" sz="quarter" idx="15"/>
          </p:nvPr>
        </p:nvSpPr>
        <p:spPr>
          <a:xfrm>
            <a:off x="1136990" y="5309178"/>
            <a:ext cx="3936693"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3" name="Picture Placeholder 2"/>
          <p:cNvSpPr>
            <a:spLocks noGrp="1"/>
          </p:cNvSpPr>
          <p:nvPr>
            <p:ph type="pic" sz="quarter" idx="17"/>
          </p:nvPr>
        </p:nvSpPr>
        <p:spPr>
          <a:xfrm>
            <a:off x="5292220" y="1153951"/>
            <a:ext cx="3936689" cy="809191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3527744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56_Blank">
    <p:spTree>
      <p:nvGrpSpPr>
        <p:cNvPr id="1" name=""/>
        <p:cNvGrpSpPr/>
        <p:nvPr/>
      </p:nvGrpSpPr>
      <p:grpSpPr>
        <a:xfrm>
          <a:off x="0" y="0"/>
          <a:ext cx="0" cy="0"/>
          <a:chOff x="0" y="0"/>
          <a:chExt cx="0" cy="0"/>
        </a:xfrm>
      </p:grpSpPr>
      <p:sp>
        <p:nvSpPr>
          <p:cNvPr id="26" name="Picture Placeholder 2"/>
          <p:cNvSpPr>
            <a:spLocks noGrp="1"/>
          </p:cNvSpPr>
          <p:nvPr>
            <p:ph type="pic" sz="quarter" idx="14"/>
          </p:nvPr>
        </p:nvSpPr>
        <p:spPr>
          <a:xfrm>
            <a:off x="1136990" y="1153953"/>
            <a:ext cx="3936693"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7" name="Picture Placeholder 2"/>
          <p:cNvSpPr>
            <a:spLocks noGrp="1"/>
          </p:cNvSpPr>
          <p:nvPr>
            <p:ph type="pic" sz="quarter" idx="15"/>
          </p:nvPr>
        </p:nvSpPr>
        <p:spPr>
          <a:xfrm>
            <a:off x="1136990" y="5309178"/>
            <a:ext cx="3936693"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0" name="TextBox 29"/>
          <p:cNvSpPr txBox="1"/>
          <p:nvPr userDrawn="1"/>
        </p:nvSpPr>
        <p:spPr>
          <a:xfrm flipH="1">
            <a:off x="17418819" y="9584940"/>
            <a:ext cx="474489" cy="369332"/>
          </a:xfrm>
          <a:prstGeom prst="rect">
            <a:avLst/>
          </a:prstGeom>
          <a:noFill/>
        </p:spPr>
        <p:txBody>
          <a:bodyPr wrap="none" rtlCol="0">
            <a:spAutoFit/>
          </a:bodyPr>
          <a:lstStyle>
            <a:defPPr>
              <a:defRPr lang="en-US"/>
            </a:defPPr>
            <a:lvl1pPr lvl="0">
              <a:defRPr sz="1200" b="1" spc="20" baseline="0">
                <a:solidFill>
                  <a:schemeClr val="bg1"/>
                </a:solidFill>
                <a:latin typeface="Calibri" panose="020F0502020204030204" pitchFamily="34" charset="0"/>
                <a:cs typeface="Calibri" panose="020F0502020204030204" pitchFamily="34" charset="0"/>
              </a:defRPr>
            </a:lvl1pPr>
          </a:lstStyle>
          <a:p>
            <a:pPr lvl="0" algn="r"/>
            <a:fld id="{C7C71010-677A-489C-BB3F-CA8EBC4C3264}" type="slidenum">
              <a:rPr lang="id-ID" sz="1800" b="0" smtClean="0">
                <a:latin typeface="Arial" panose="020B0604020202020204" pitchFamily="34" charset="0"/>
              </a:rPr>
              <a:pPr lvl="0" algn="r"/>
              <a:t>‹#›</a:t>
            </a:fld>
            <a:endParaRPr lang="id-ID" sz="1800" b="0">
              <a:latin typeface="Arial" panose="020B0604020202020204" pitchFamily="34" charset="0"/>
            </a:endParaRPr>
          </a:p>
        </p:txBody>
      </p:sp>
      <p:sp>
        <p:nvSpPr>
          <p:cNvPr id="7" name="Picture Placeholder 2"/>
          <p:cNvSpPr>
            <a:spLocks noGrp="1"/>
          </p:cNvSpPr>
          <p:nvPr>
            <p:ph type="pic" sz="quarter" idx="17"/>
          </p:nvPr>
        </p:nvSpPr>
        <p:spPr>
          <a:xfrm>
            <a:off x="5292220" y="1153952"/>
            <a:ext cx="3936689"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8" name="Picture Placeholder 2"/>
          <p:cNvSpPr>
            <a:spLocks noGrp="1"/>
          </p:cNvSpPr>
          <p:nvPr>
            <p:ph type="pic" sz="quarter" idx="18"/>
          </p:nvPr>
        </p:nvSpPr>
        <p:spPr>
          <a:xfrm>
            <a:off x="5292217" y="5309178"/>
            <a:ext cx="3936692" cy="3936690"/>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15111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58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11" name="Picture Placeholder 2"/>
          <p:cNvSpPr>
            <a:spLocks noGrp="1"/>
          </p:cNvSpPr>
          <p:nvPr>
            <p:ph type="pic" sz="quarter" idx="14"/>
          </p:nvPr>
        </p:nvSpPr>
        <p:spPr>
          <a:xfrm>
            <a:off x="1394459" y="3061738"/>
            <a:ext cx="7368350" cy="429017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2" name="Picture Placeholder 2"/>
          <p:cNvSpPr>
            <a:spLocks noGrp="1"/>
          </p:cNvSpPr>
          <p:nvPr>
            <p:ph type="pic" sz="quarter" idx="15"/>
          </p:nvPr>
        </p:nvSpPr>
        <p:spPr>
          <a:xfrm>
            <a:off x="9525191" y="3061738"/>
            <a:ext cx="7368350" cy="429017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962916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0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16" name="Picture Placeholder 2"/>
          <p:cNvSpPr>
            <a:spLocks noGrp="1"/>
          </p:cNvSpPr>
          <p:nvPr>
            <p:ph type="pic" sz="quarter" idx="14"/>
          </p:nvPr>
        </p:nvSpPr>
        <p:spPr>
          <a:xfrm>
            <a:off x="1700417" y="264523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1" name="Picture Placeholder 2"/>
          <p:cNvSpPr>
            <a:spLocks noGrp="1"/>
          </p:cNvSpPr>
          <p:nvPr>
            <p:ph type="pic" sz="quarter" idx="18"/>
          </p:nvPr>
        </p:nvSpPr>
        <p:spPr>
          <a:xfrm>
            <a:off x="6773773" y="264523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2" name="Picture Placeholder 2"/>
          <p:cNvSpPr>
            <a:spLocks noGrp="1"/>
          </p:cNvSpPr>
          <p:nvPr>
            <p:ph type="pic" sz="quarter" idx="19"/>
          </p:nvPr>
        </p:nvSpPr>
        <p:spPr>
          <a:xfrm>
            <a:off x="11847136" y="264523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3" name="Picture Placeholder 2"/>
          <p:cNvSpPr>
            <a:spLocks noGrp="1"/>
          </p:cNvSpPr>
          <p:nvPr>
            <p:ph type="pic" sz="quarter" idx="20"/>
          </p:nvPr>
        </p:nvSpPr>
        <p:spPr>
          <a:xfrm>
            <a:off x="1700417" y="602482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4" name="Picture Placeholder 2"/>
          <p:cNvSpPr>
            <a:spLocks noGrp="1"/>
          </p:cNvSpPr>
          <p:nvPr>
            <p:ph type="pic" sz="quarter" idx="21"/>
          </p:nvPr>
        </p:nvSpPr>
        <p:spPr>
          <a:xfrm>
            <a:off x="6773773" y="602482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5" name="Picture Placeholder 2"/>
          <p:cNvSpPr>
            <a:spLocks noGrp="1"/>
          </p:cNvSpPr>
          <p:nvPr>
            <p:ph type="pic" sz="quarter" idx="22"/>
          </p:nvPr>
        </p:nvSpPr>
        <p:spPr>
          <a:xfrm>
            <a:off x="11847136" y="6024821"/>
            <a:ext cx="4740428" cy="306296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87232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1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21" name="Picture Placeholder 2"/>
          <p:cNvSpPr>
            <a:spLocks noGrp="1"/>
          </p:cNvSpPr>
          <p:nvPr>
            <p:ph type="pic" sz="quarter" idx="14"/>
          </p:nvPr>
        </p:nvSpPr>
        <p:spPr>
          <a:xfrm>
            <a:off x="1047341" y="302639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2" name="Picture Placeholder 2"/>
          <p:cNvSpPr>
            <a:spLocks noGrp="1"/>
          </p:cNvSpPr>
          <p:nvPr>
            <p:ph type="pic" sz="quarter" idx="15"/>
          </p:nvPr>
        </p:nvSpPr>
        <p:spPr>
          <a:xfrm>
            <a:off x="5196220" y="302639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3" name="Picture Placeholder 2"/>
          <p:cNvSpPr>
            <a:spLocks noGrp="1"/>
          </p:cNvSpPr>
          <p:nvPr>
            <p:ph type="pic" sz="quarter" idx="16"/>
          </p:nvPr>
        </p:nvSpPr>
        <p:spPr>
          <a:xfrm>
            <a:off x="9345113" y="302639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4" name="Picture Placeholder 2"/>
          <p:cNvSpPr>
            <a:spLocks noGrp="1"/>
          </p:cNvSpPr>
          <p:nvPr>
            <p:ph type="pic" sz="quarter" idx="17"/>
          </p:nvPr>
        </p:nvSpPr>
        <p:spPr>
          <a:xfrm>
            <a:off x="13493984" y="302639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5" name="Picture Placeholder 2"/>
          <p:cNvSpPr>
            <a:spLocks noGrp="1"/>
          </p:cNvSpPr>
          <p:nvPr>
            <p:ph type="pic" sz="quarter" idx="18"/>
          </p:nvPr>
        </p:nvSpPr>
        <p:spPr>
          <a:xfrm>
            <a:off x="1047341" y="617592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6" name="Picture Placeholder 2"/>
          <p:cNvSpPr>
            <a:spLocks noGrp="1"/>
          </p:cNvSpPr>
          <p:nvPr>
            <p:ph type="pic" sz="quarter" idx="19"/>
          </p:nvPr>
        </p:nvSpPr>
        <p:spPr>
          <a:xfrm>
            <a:off x="5196220" y="617592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7" name="Picture Placeholder 2"/>
          <p:cNvSpPr>
            <a:spLocks noGrp="1"/>
          </p:cNvSpPr>
          <p:nvPr>
            <p:ph type="pic" sz="quarter" idx="20"/>
          </p:nvPr>
        </p:nvSpPr>
        <p:spPr>
          <a:xfrm>
            <a:off x="9345113" y="617592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8" name="Picture Placeholder 2"/>
          <p:cNvSpPr>
            <a:spLocks noGrp="1"/>
          </p:cNvSpPr>
          <p:nvPr>
            <p:ph type="pic" sz="quarter" idx="21"/>
          </p:nvPr>
        </p:nvSpPr>
        <p:spPr>
          <a:xfrm>
            <a:off x="13493984" y="6175929"/>
            <a:ext cx="3744935" cy="275003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402358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2_Blank">
    <p:spTree>
      <p:nvGrpSpPr>
        <p:cNvPr id="1" name=""/>
        <p:cNvGrpSpPr/>
        <p:nvPr/>
      </p:nvGrpSpPr>
      <p:grpSpPr>
        <a:xfrm>
          <a:off x="0" y="0"/>
          <a:ext cx="0" cy="0"/>
          <a:chOff x="0" y="0"/>
          <a:chExt cx="0" cy="0"/>
        </a:xfrm>
      </p:grpSpPr>
      <p:sp>
        <p:nvSpPr>
          <p:cNvPr id="20" name="Picture Placeholder 2"/>
          <p:cNvSpPr>
            <a:spLocks noGrp="1"/>
          </p:cNvSpPr>
          <p:nvPr>
            <p:ph type="pic" sz="quarter" idx="14"/>
          </p:nvPr>
        </p:nvSpPr>
        <p:spPr>
          <a:xfrm>
            <a:off x="426101" y="398415"/>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9" name="Picture Placeholder 2"/>
          <p:cNvSpPr>
            <a:spLocks noGrp="1"/>
          </p:cNvSpPr>
          <p:nvPr>
            <p:ph type="pic" sz="quarter" idx="15"/>
          </p:nvPr>
        </p:nvSpPr>
        <p:spPr>
          <a:xfrm>
            <a:off x="6295504" y="398415"/>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0" name="Picture Placeholder 2"/>
          <p:cNvSpPr>
            <a:spLocks noGrp="1"/>
          </p:cNvSpPr>
          <p:nvPr>
            <p:ph type="pic" sz="quarter" idx="16"/>
          </p:nvPr>
        </p:nvSpPr>
        <p:spPr>
          <a:xfrm>
            <a:off x="12164906" y="398415"/>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1" name="Picture Placeholder 2"/>
          <p:cNvSpPr>
            <a:spLocks noGrp="1"/>
          </p:cNvSpPr>
          <p:nvPr>
            <p:ph type="pic" sz="quarter" idx="17"/>
          </p:nvPr>
        </p:nvSpPr>
        <p:spPr>
          <a:xfrm>
            <a:off x="426101" y="3621729"/>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2" name="Picture Placeholder 2"/>
          <p:cNvSpPr>
            <a:spLocks noGrp="1"/>
          </p:cNvSpPr>
          <p:nvPr>
            <p:ph type="pic" sz="quarter" idx="18"/>
          </p:nvPr>
        </p:nvSpPr>
        <p:spPr>
          <a:xfrm>
            <a:off x="6295504" y="3621729"/>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33" name="Picture Placeholder 2"/>
          <p:cNvSpPr>
            <a:spLocks noGrp="1"/>
          </p:cNvSpPr>
          <p:nvPr>
            <p:ph type="pic" sz="quarter" idx="19"/>
          </p:nvPr>
        </p:nvSpPr>
        <p:spPr>
          <a:xfrm>
            <a:off x="12164906" y="3621729"/>
            <a:ext cx="5696996" cy="3040329"/>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4889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3_Blank">
    <p:spTree>
      <p:nvGrpSpPr>
        <p:cNvPr id="1" name=""/>
        <p:cNvGrpSpPr/>
        <p:nvPr/>
      </p:nvGrpSpPr>
      <p:grpSpPr>
        <a:xfrm>
          <a:off x="0" y="0"/>
          <a:ext cx="0" cy="0"/>
          <a:chOff x="0" y="0"/>
          <a:chExt cx="0" cy="0"/>
        </a:xfrm>
      </p:grpSpPr>
      <p:sp>
        <p:nvSpPr>
          <p:cNvPr id="19" name="Picture Placeholder 2"/>
          <p:cNvSpPr>
            <a:spLocks noGrp="1"/>
          </p:cNvSpPr>
          <p:nvPr>
            <p:ph type="pic" sz="quarter" idx="14"/>
          </p:nvPr>
        </p:nvSpPr>
        <p:spPr>
          <a:xfrm>
            <a:off x="426101" y="398415"/>
            <a:ext cx="5696996"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1" name="Picture Placeholder 2"/>
          <p:cNvSpPr>
            <a:spLocks noGrp="1"/>
          </p:cNvSpPr>
          <p:nvPr>
            <p:ph type="pic" sz="quarter" idx="15"/>
          </p:nvPr>
        </p:nvSpPr>
        <p:spPr>
          <a:xfrm>
            <a:off x="6295504" y="398415"/>
            <a:ext cx="5696996"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2" name="Picture Placeholder 2"/>
          <p:cNvSpPr>
            <a:spLocks noGrp="1"/>
          </p:cNvSpPr>
          <p:nvPr>
            <p:ph type="pic" sz="quarter" idx="16"/>
          </p:nvPr>
        </p:nvSpPr>
        <p:spPr>
          <a:xfrm>
            <a:off x="12164906" y="398415"/>
            <a:ext cx="5696996"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41297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4_Blank">
    <p:spTree>
      <p:nvGrpSpPr>
        <p:cNvPr id="1" name=""/>
        <p:cNvGrpSpPr/>
        <p:nvPr/>
      </p:nvGrpSpPr>
      <p:grpSpPr>
        <a:xfrm>
          <a:off x="0" y="0"/>
          <a:ext cx="0" cy="0"/>
          <a:chOff x="0" y="0"/>
          <a:chExt cx="0" cy="0"/>
        </a:xfrm>
      </p:grpSpPr>
      <p:sp>
        <p:nvSpPr>
          <p:cNvPr id="19" name="Picture Placeholder 2"/>
          <p:cNvSpPr>
            <a:spLocks noGrp="1"/>
          </p:cNvSpPr>
          <p:nvPr>
            <p:ph type="pic" sz="quarter" idx="14"/>
          </p:nvPr>
        </p:nvSpPr>
        <p:spPr>
          <a:xfrm>
            <a:off x="426102" y="398415"/>
            <a:ext cx="4229640"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1" name="Picture Placeholder 2"/>
          <p:cNvSpPr>
            <a:spLocks noGrp="1"/>
          </p:cNvSpPr>
          <p:nvPr>
            <p:ph type="pic" sz="quarter" idx="15"/>
          </p:nvPr>
        </p:nvSpPr>
        <p:spPr>
          <a:xfrm>
            <a:off x="9230203" y="398415"/>
            <a:ext cx="4229645"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22" name="Picture Placeholder 2"/>
          <p:cNvSpPr>
            <a:spLocks noGrp="1"/>
          </p:cNvSpPr>
          <p:nvPr>
            <p:ph type="pic" sz="quarter" idx="16"/>
          </p:nvPr>
        </p:nvSpPr>
        <p:spPr>
          <a:xfrm>
            <a:off x="13632255" y="398415"/>
            <a:ext cx="4229646"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4" name="Picture Placeholder 2"/>
          <p:cNvSpPr>
            <a:spLocks noGrp="1"/>
          </p:cNvSpPr>
          <p:nvPr>
            <p:ph type="pic" sz="quarter" idx="17"/>
          </p:nvPr>
        </p:nvSpPr>
        <p:spPr>
          <a:xfrm>
            <a:off x="4828150" y="398415"/>
            <a:ext cx="4229645" cy="427807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30744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66_Blank">
    <p:spTree>
      <p:nvGrpSpPr>
        <p:cNvPr id="1" name=""/>
        <p:cNvGrpSpPr/>
        <p:nvPr/>
      </p:nvGrpSpPr>
      <p:grpSpPr>
        <a:xfrm>
          <a:off x="0" y="0"/>
          <a:ext cx="0" cy="0"/>
          <a:chOff x="0" y="0"/>
          <a:chExt cx="0" cy="0"/>
        </a:xfrm>
      </p:grpSpPr>
      <p:sp>
        <p:nvSpPr>
          <p:cNvPr id="11" name="Picture Placeholder 2"/>
          <p:cNvSpPr>
            <a:spLocks noGrp="1"/>
          </p:cNvSpPr>
          <p:nvPr>
            <p:ph type="pic" sz="quarter" idx="16"/>
          </p:nvPr>
        </p:nvSpPr>
        <p:spPr>
          <a:xfrm>
            <a:off x="5841560" y="1713212"/>
            <a:ext cx="6553413" cy="7006245"/>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13128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5_Blank">
    <p:spTree>
      <p:nvGrpSpPr>
        <p:cNvPr id="1" name=""/>
        <p:cNvGrpSpPr/>
        <p:nvPr/>
      </p:nvGrpSpPr>
      <p:grpSpPr>
        <a:xfrm>
          <a:off x="0" y="0"/>
          <a:ext cx="0" cy="0"/>
          <a:chOff x="0" y="0"/>
          <a:chExt cx="0" cy="0"/>
        </a:xfrm>
      </p:grpSpPr>
      <p:sp>
        <p:nvSpPr>
          <p:cNvPr id="19" name="Picture Placeholder 2"/>
          <p:cNvSpPr>
            <a:spLocks noGrp="1"/>
          </p:cNvSpPr>
          <p:nvPr>
            <p:ph type="pic" sz="quarter" idx="14"/>
          </p:nvPr>
        </p:nvSpPr>
        <p:spPr>
          <a:xfrm>
            <a:off x="1395617" y="3060194"/>
            <a:ext cx="3570803" cy="451541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5" name="Picture Placeholder 2"/>
          <p:cNvSpPr>
            <a:spLocks noGrp="1"/>
          </p:cNvSpPr>
          <p:nvPr>
            <p:ph type="pic" sz="quarter" idx="15"/>
          </p:nvPr>
        </p:nvSpPr>
        <p:spPr>
          <a:xfrm>
            <a:off x="5377324" y="3060194"/>
            <a:ext cx="3570803" cy="451541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6" name="Picture Placeholder 2"/>
          <p:cNvSpPr>
            <a:spLocks noGrp="1"/>
          </p:cNvSpPr>
          <p:nvPr>
            <p:ph type="pic" sz="quarter" idx="16"/>
          </p:nvPr>
        </p:nvSpPr>
        <p:spPr>
          <a:xfrm>
            <a:off x="9357592" y="3060194"/>
            <a:ext cx="3570803" cy="451541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7" name="Picture Placeholder 2"/>
          <p:cNvSpPr>
            <a:spLocks noGrp="1"/>
          </p:cNvSpPr>
          <p:nvPr>
            <p:ph type="pic" sz="quarter" idx="17"/>
          </p:nvPr>
        </p:nvSpPr>
        <p:spPr>
          <a:xfrm>
            <a:off x="13339301" y="3060194"/>
            <a:ext cx="3570803" cy="451541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11209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9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CF5DFA7-73B7-4F76-AFE8-2E2077BAE86A}"/>
              </a:ext>
            </a:extLst>
          </p:cNvPr>
          <p:cNvSpPr>
            <a:spLocks noGrp="1"/>
          </p:cNvSpPr>
          <p:nvPr>
            <p:ph type="pic" sz="quarter" idx="10"/>
          </p:nvPr>
        </p:nvSpPr>
        <p:spPr>
          <a:xfrm>
            <a:off x="-2516141" y="-2"/>
            <a:ext cx="10642686" cy="10287000"/>
          </a:xfrm>
          <a:custGeom>
            <a:avLst/>
            <a:gdLst>
              <a:gd name="connsiteX0" fmla="*/ 4178511 w 7095124"/>
              <a:gd name="connsiteY0" fmla="*/ 0 h 6858000"/>
              <a:gd name="connsiteX1" fmla="*/ 7095124 w 7095124"/>
              <a:gd name="connsiteY1" fmla="*/ 0 h 6858000"/>
              <a:gd name="connsiteX2" fmla="*/ 2916613 w 7095124"/>
              <a:gd name="connsiteY2" fmla="*/ 6858000 h 6858000"/>
              <a:gd name="connsiteX3" fmla="*/ 0 w 70951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095124" h="6858000">
                <a:moveTo>
                  <a:pt x="4178511" y="0"/>
                </a:moveTo>
                <a:lnTo>
                  <a:pt x="7095124" y="0"/>
                </a:lnTo>
                <a:lnTo>
                  <a:pt x="2916613" y="6858000"/>
                </a:lnTo>
                <a:lnTo>
                  <a:pt x="0" y="6858000"/>
                </a:lnTo>
                <a:close/>
              </a:path>
            </a:pathLst>
          </a:custGeom>
        </p:spPr>
        <p:txBody>
          <a:bodyPr wrap="square">
            <a:noAutofit/>
          </a:bodyPr>
          <a:lstStyle/>
          <a:p>
            <a:endParaRPr lang="en-US"/>
          </a:p>
        </p:txBody>
      </p:sp>
      <p:sp>
        <p:nvSpPr>
          <p:cNvPr id="10" name="Picture Placeholder 9">
            <a:extLst>
              <a:ext uri="{FF2B5EF4-FFF2-40B4-BE49-F238E27FC236}">
                <a16:creationId xmlns:a16="http://schemas.microsoft.com/office/drawing/2014/main" id="{5BDDB6AB-E838-4CD0-8DF9-DB8C56D9E709}"/>
              </a:ext>
            </a:extLst>
          </p:cNvPr>
          <p:cNvSpPr>
            <a:spLocks noGrp="1"/>
          </p:cNvSpPr>
          <p:nvPr>
            <p:ph type="pic" sz="quarter" idx="11"/>
          </p:nvPr>
        </p:nvSpPr>
        <p:spPr>
          <a:xfrm>
            <a:off x="2122704" y="0"/>
            <a:ext cx="10642686" cy="10287000"/>
          </a:xfrm>
          <a:custGeom>
            <a:avLst/>
            <a:gdLst>
              <a:gd name="connsiteX0" fmla="*/ 4178511 w 7095124"/>
              <a:gd name="connsiteY0" fmla="*/ 0 h 6858000"/>
              <a:gd name="connsiteX1" fmla="*/ 7095124 w 7095124"/>
              <a:gd name="connsiteY1" fmla="*/ 0 h 6858000"/>
              <a:gd name="connsiteX2" fmla="*/ 2916613 w 7095124"/>
              <a:gd name="connsiteY2" fmla="*/ 6858000 h 6858000"/>
              <a:gd name="connsiteX3" fmla="*/ 0 w 70951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095124" h="6858000">
                <a:moveTo>
                  <a:pt x="4178511" y="0"/>
                </a:moveTo>
                <a:lnTo>
                  <a:pt x="7095124" y="0"/>
                </a:lnTo>
                <a:lnTo>
                  <a:pt x="2916613"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286945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05_Picture">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14" name="Picture Placeholder 10"/>
          <p:cNvSpPr>
            <a:spLocks noGrp="1"/>
          </p:cNvSpPr>
          <p:nvPr>
            <p:ph type="pic" sz="quarter" idx="10" hasCustomPrompt="1"/>
          </p:nvPr>
        </p:nvSpPr>
        <p:spPr>
          <a:xfrm>
            <a:off x="3070962" y="305507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5" name="Picture Placeholder 11"/>
          <p:cNvSpPr>
            <a:spLocks noGrp="1"/>
          </p:cNvSpPr>
          <p:nvPr>
            <p:ph type="pic" sz="quarter" idx="11" hasCustomPrompt="1"/>
          </p:nvPr>
        </p:nvSpPr>
        <p:spPr>
          <a:xfrm>
            <a:off x="8371215" y="305507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dirty="0"/>
            </a:lvl1pPr>
          </a:lstStyle>
          <a:p>
            <a:pPr lvl="0"/>
            <a:r>
              <a:rPr lang="en-US"/>
              <a:t> </a:t>
            </a:r>
          </a:p>
        </p:txBody>
      </p:sp>
      <p:sp>
        <p:nvSpPr>
          <p:cNvPr id="16" name="Picture Placeholder 12"/>
          <p:cNvSpPr>
            <a:spLocks noGrp="1"/>
          </p:cNvSpPr>
          <p:nvPr>
            <p:ph type="pic" sz="quarter" idx="12" hasCustomPrompt="1"/>
          </p:nvPr>
        </p:nvSpPr>
        <p:spPr>
          <a:xfrm>
            <a:off x="13671468" y="305507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340095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06_Picture">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14" name="Picture Placeholder 10"/>
          <p:cNvSpPr>
            <a:spLocks noGrp="1"/>
          </p:cNvSpPr>
          <p:nvPr>
            <p:ph type="pic" sz="quarter" idx="10" hasCustomPrompt="1"/>
          </p:nvPr>
        </p:nvSpPr>
        <p:spPr>
          <a:xfrm>
            <a:off x="3070962" y="575276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
        <p:nvSpPr>
          <p:cNvPr id="15" name="Picture Placeholder 11"/>
          <p:cNvSpPr>
            <a:spLocks noGrp="1"/>
          </p:cNvSpPr>
          <p:nvPr>
            <p:ph type="pic" sz="quarter" idx="11" hasCustomPrompt="1"/>
          </p:nvPr>
        </p:nvSpPr>
        <p:spPr>
          <a:xfrm>
            <a:off x="8371215" y="575276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dirty="0"/>
            </a:lvl1pPr>
          </a:lstStyle>
          <a:p>
            <a:pPr lvl="0"/>
            <a:r>
              <a:rPr lang="en-US"/>
              <a:t> </a:t>
            </a:r>
          </a:p>
        </p:txBody>
      </p:sp>
      <p:sp>
        <p:nvSpPr>
          <p:cNvPr id="16" name="Picture Placeholder 12"/>
          <p:cNvSpPr>
            <a:spLocks noGrp="1"/>
          </p:cNvSpPr>
          <p:nvPr>
            <p:ph type="pic" sz="quarter" idx="12" hasCustomPrompt="1"/>
          </p:nvPr>
        </p:nvSpPr>
        <p:spPr>
          <a:xfrm>
            <a:off x="13671468" y="5752769"/>
            <a:ext cx="1545570" cy="1545570"/>
          </a:xfrm>
          <a:custGeom>
            <a:avLst/>
            <a:gdLst>
              <a:gd name="connsiteX0" fmla="*/ 515190 w 1030380"/>
              <a:gd name="connsiteY0" fmla="*/ 0 h 1030380"/>
              <a:gd name="connsiteX1" fmla="*/ 1030380 w 1030380"/>
              <a:gd name="connsiteY1" fmla="*/ 515190 h 1030380"/>
              <a:gd name="connsiteX2" fmla="*/ 515190 w 1030380"/>
              <a:gd name="connsiteY2" fmla="*/ 1030380 h 1030380"/>
              <a:gd name="connsiteX3" fmla="*/ 0 w 1030380"/>
              <a:gd name="connsiteY3" fmla="*/ 515190 h 1030380"/>
              <a:gd name="connsiteX4" fmla="*/ 515190 w 1030380"/>
              <a:gd name="connsiteY4" fmla="*/ 0 h 10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0380" h="1030380">
                <a:moveTo>
                  <a:pt x="515190" y="0"/>
                </a:moveTo>
                <a:cubicBezTo>
                  <a:pt x="799722" y="0"/>
                  <a:pt x="1030380" y="230658"/>
                  <a:pt x="1030380" y="515190"/>
                </a:cubicBezTo>
                <a:cubicBezTo>
                  <a:pt x="1030380" y="799722"/>
                  <a:pt x="799722" y="1030380"/>
                  <a:pt x="515190" y="1030380"/>
                </a:cubicBezTo>
                <a:cubicBezTo>
                  <a:pt x="230658" y="1030380"/>
                  <a:pt x="0" y="799722"/>
                  <a:pt x="0" y="515190"/>
                </a:cubicBezTo>
                <a:cubicBezTo>
                  <a:pt x="0" y="230658"/>
                  <a:pt x="230658" y="0"/>
                  <a:pt x="515190" y="0"/>
                </a:cubicBezTo>
                <a:close/>
              </a:path>
            </a:pathLst>
          </a:cu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151968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1_Picture">
    <p:spTree>
      <p:nvGrpSpPr>
        <p:cNvPr id="1" name=""/>
        <p:cNvGrpSpPr/>
        <p:nvPr/>
      </p:nvGrpSpPr>
      <p:grpSpPr>
        <a:xfrm>
          <a:off x="0" y="0"/>
          <a:ext cx="0" cy="0"/>
          <a:chOff x="0" y="0"/>
          <a:chExt cx="0" cy="0"/>
        </a:xfrm>
      </p:grpSpPr>
      <p:sp>
        <p:nvSpPr>
          <p:cNvPr id="7" name="Picture Placeholder 10"/>
          <p:cNvSpPr>
            <a:spLocks noGrp="1"/>
          </p:cNvSpPr>
          <p:nvPr>
            <p:ph type="pic" sz="quarter" idx="10" hasCustomPrompt="1"/>
          </p:nvPr>
        </p:nvSpPr>
        <p:spPr>
          <a:xfrm>
            <a:off x="2803824" y="2565158"/>
            <a:ext cx="3178356" cy="3178356"/>
          </a:xfrm>
          <a:custGeom>
            <a:avLst/>
            <a:gdLst>
              <a:gd name="connsiteX0" fmla="*/ 1059452 w 2118904"/>
              <a:gd name="connsiteY0" fmla="*/ 0 h 2118904"/>
              <a:gd name="connsiteX1" fmla="*/ 2118904 w 2118904"/>
              <a:gd name="connsiteY1" fmla="*/ 1059452 h 2118904"/>
              <a:gd name="connsiteX2" fmla="*/ 1059452 w 2118904"/>
              <a:gd name="connsiteY2" fmla="*/ 2118904 h 2118904"/>
              <a:gd name="connsiteX3" fmla="*/ 0 w 2118904"/>
              <a:gd name="connsiteY3" fmla="*/ 1059452 h 2118904"/>
              <a:gd name="connsiteX4" fmla="*/ 1059452 w 2118904"/>
              <a:gd name="connsiteY4" fmla="*/ 0 h 2118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8904" h="2118904">
                <a:moveTo>
                  <a:pt x="1059452" y="0"/>
                </a:moveTo>
                <a:cubicBezTo>
                  <a:pt x="1644571" y="0"/>
                  <a:pt x="2118904" y="474333"/>
                  <a:pt x="2118904" y="1059452"/>
                </a:cubicBezTo>
                <a:cubicBezTo>
                  <a:pt x="2118904" y="1644571"/>
                  <a:pt x="1644571" y="2118904"/>
                  <a:pt x="1059452" y="2118904"/>
                </a:cubicBezTo>
                <a:cubicBezTo>
                  <a:pt x="474333" y="2118904"/>
                  <a:pt x="0" y="1644571"/>
                  <a:pt x="0" y="1059452"/>
                </a:cubicBezTo>
                <a:cubicBezTo>
                  <a:pt x="0" y="474333"/>
                  <a:pt x="474333" y="0"/>
                  <a:pt x="1059452" y="0"/>
                </a:cubicBezTo>
                <a:close/>
              </a:path>
            </a:pathLst>
          </a:custGeom>
          <a:solidFill>
            <a:srgbClr val="E1E9EA">
              <a:alpha val="70000"/>
            </a:srgbClr>
          </a:solidFill>
        </p:spPr>
        <p:txBody>
          <a:bodyPr vert="horz" lIns="91440" tIns="45720" rIns="91440" bIns="45720" rtlCol="0">
            <a:normAutofit/>
          </a:bodyPr>
          <a:lstStyle>
            <a:lvl1pPr marL="0" indent="0">
              <a:buNone/>
              <a:defRPr lang="en-US" sz="2700"/>
            </a:lvl1pPr>
          </a:lstStyle>
          <a:p>
            <a:pPr lvl="0"/>
            <a:r>
              <a:rPr lang="en-US"/>
              <a:t> </a:t>
            </a:r>
          </a:p>
        </p:txBody>
      </p:sp>
    </p:spTree>
    <p:extLst>
      <p:ext uri="{BB962C8B-B14F-4D97-AF65-F5344CB8AC3E}">
        <p14:creationId xmlns:p14="http://schemas.microsoft.com/office/powerpoint/2010/main" val="35050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2_Pictur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700214" y="3062752"/>
            <a:ext cx="14873067" cy="3181877"/>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535985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6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700214" y="3211891"/>
            <a:ext cx="7149777" cy="3812798"/>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187744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5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244146" y="2848568"/>
            <a:ext cx="4946433" cy="4945487"/>
          </a:xfrm>
          <a:prstGeom prst="ellipse">
            <a:avLst/>
          </a:prstGeo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
        <p:nvSpPr>
          <p:cNvPr id="11" name="Picture Placeholder 2"/>
          <p:cNvSpPr>
            <a:spLocks noGrp="1"/>
          </p:cNvSpPr>
          <p:nvPr>
            <p:ph type="pic" sz="quarter" idx="11"/>
          </p:nvPr>
        </p:nvSpPr>
        <p:spPr>
          <a:xfrm>
            <a:off x="11097421" y="2848568"/>
            <a:ext cx="4946433" cy="4945487"/>
          </a:xfrm>
          <a:prstGeom prst="ellipse">
            <a:avLst/>
          </a:prstGeo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936554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79_Blank">
    <p:spTree>
      <p:nvGrpSpPr>
        <p:cNvPr id="1" name=""/>
        <p:cNvGrpSpPr/>
        <p:nvPr/>
      </p:nvGrpSpPr>
      <p:grpSpPr>
        <a:xfrm>
          <a:off x="0" y="0"/>
          <a:ext cx="0" cy="0"/>
          <a:chOff x="0" y="0"/>
          <a:chExt cx="0" cy="0"/>
        </a:xfrm>
      </p:grpSpPr>
      <p:sp>
        <p:nvSpPr>
          <p:cNvPr id="6" name="Picture Placeholder 2"/>
          <p:cNvSpPr>
            <a:spLocks noGrp="1"/>
          </p:cNvSpPr>
          <p:nvPr>
            <p:ph type="pic" sz="quarter" idx="10"/>
          </p:nvPr>
        </p:nvSpPr>
        <p:spPr>
          <a:xfrm>
            <a:off x="0" y="2809103"/>
            <a:ext cx="18288000" cy="5087393"/>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109717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6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2848569"/>
            <a:ext cx="18288000" cy="3642384"/>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81608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1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5496BC7-50AF-47A3-9E13-05692D1BE724}"/>
              </a:ext>
            </a:extLst>
          </p:cNvPr>
          <p:cNvSpPr>
            <a:spLocks noGrp="1"/>
          </p:cNvSpPr>
          <p:nvPr>
            <p:ph type="pic" sz="quarter" idx="10"/>
          </p:nvPr>
        </p:nvSpPr>
        <p:spPr>
          <a:xfrm>
            <a:off x="2990087" y="2317178"/>
            <a:ext cx="3017520" cy="5199189"/>
          </a:xfrm>
          <a:custGeom>
            <a:avLst/>
            <a:gdLst>
              <a:gd name="connsiteX0" fmla="*/ 0 w 2011680"/>
              <a:gd name="connsiteY0" fmla="*/ 0 h 3466126"/>
              <a:gd name="connsiteX1" fmla="*/ 2011680 w 2011680"/>
              <a:gd name="connsiteY1" fmla="*/ 0 h 3466126"/>
              <a:gd name="connsiteX2" fmla="*/ 2011680 w 2011680"/>
              <a:gd name="connsiteY2" fmla="*/ 3466126 h 3466126"/>
              <a:gd name="connsiteX3" fmla="*/ 0 w 2011680"/>
              <a:gd name="connsiteY3" fmla="*/ 3466126 h 3466126"/>
            </a:gdLst>
            <a:ahLst/>
            <a:cxnLst>
              <a:cxn ang="0">
                <a:pos x="connsiteX0" y="connsiteY0"/>
              </a:cxn>
              <a:cxn ang="0">
                <a:pos x="connsiteX1" y="connsiteY1"/>
              </a:cxn>
              <a:cxn ang="0">
                <a:pos x="connsiteX2" y="connsiteY2"/>
              </a:cxn>
              <a:cxn ang="0">
                <a:pos x="connsiteX3" y="connsiteY3"/>
              </a:cxn>
            </a:cxnLst>
            <a:rect l="l" t="t" r="r" b="b"/>
            <a:pathLst>
              <a:path w="2011680" h="3466126">
                <a:moveTo>
                  <a:pt x="0" y="0"/>
                </a:moveTo>
                <a:lnTo>
                  <a:pt x="2011680" y="0"/>
                </a:lnTo>
                <a:lnTo>
                  <a:pt x="2011680" y="3466126"/>
                </a:lnTo>
                <a:lnTo>
                  <a:pt x="0" y="3466126"/>
                </a:lnTo>
                <a:close/>
              </a:path>
            </a:pathLst>
          </a:custGeom>
        </p:spPr>
        <p:txBody>
          <a:bodyPr wrap="square">
            <a:noAutofit/>
          </a:bodyPr>
          <a:lstStyle/>
          <a:p>
            <a:endParaRPr lang="en-US"/>
          </a:p>
        </p:txBody>
      </p:sp>
      <p:sp>
        <p:nvSpPr>
          <p:cNvPr id="7" name="Picture Placeholder 2">
            <a:extLst>
              <a:ext uri="{FF2B5EF4-FFF2-40B4-BE49-F238E27FC236}">
                <a16:creationId xmlns:a16="http://schemas.microsoft.com/office/drawing/2014/main" id="{7D543EB4-0974-4A63-B156-FC5267E284B8}"/>
              </a:ext>
            </a:extLst>
          </p:cNvPr>
          <p:cNvSpPr>
            <a:spLocks noGrp="1"/>
          </p:cNvSpPr>
          <p:nvPr>
            <p:ph type="pic" sz="quarter" idx="11"/>
          </p:nvPr>
        </p:nvSpPr>
        <p:spPr>
          <a:xfrm>
            <a:off x="0" y="0"/>
            <a:ext cx="18288000" cy="10287000"/>
          </a:xfrm>
        </p:spPr>
        <p:txBody>
          <a:bodyPr/>
          <a:lstStyle/>
          <a:p>
            <a:endParaRPr lang="en-US"/>
          </a:p>
        </p:txBody>
      </p:sp>
    </p:spTree>
    <p:extLst>
      <p:ext uri="{BB962C8B-B14F-4D97-AF65-F5344CB8AC3E}">
        <p14:creationId xmlns:p14="http://schemas.microsoft.com/office/powerpoint/2010/main" val="547257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12_Custom Layou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553381" y="1928813"/>
            <a:ext cx="9181241" cy="6429375"/>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Tree>
    <p:extLst>
      <p:ext uri="{BB962C8B-B14F-4D97-AF65-F5344CB8AC3E}">
        <p14:creationId xmlns:p14="http://schemas.microsoft.com/office/powerpoint/2010/main" val="3467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14_Custom Layou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702447" y="3429000"/>
            <a:ext cx="4837311" cy="3484368"/>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
        <p:nvSpPr>
          <p:cNvPr id="4" name="Picture Placeholder 2"/>
          <p:cNvSpPr>
            <a:spLocks noGrp="1"/>
          </p:cNvSpPr>
          <p:nvPr>
            <p:ph type="pic" sz="quarter" idx="11"/>
          </p:nvPr>
        </p:nvSpPr>
        <p:spPr>
          <a:xfrm>
            <a:off x="12441563" y="3429000"/>
            <a:ext cx="4837311" cy="3484368"/>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
        <p:nvSpPr>
          <p:cNvPr id="5" name="Picture Placeholder 2"/>
          <p:cNvSpPr>
            <a:spLocks noGrp="1"/>
          </p:cNvSpPr>
          <p:nvPr>
            <p:ph type="pic" sz="quarter" idx="12"/>
          </p:nvPr>
        </p:nvSpPr>
        <p:spPr>
          <a:xfrm>
            <a:off x="963330" y="3429000"/>
            <a:ext cx="4837311" cy="3484368"/>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Tree>
    <p:extLst>
      <p:ext uri="{BB962C8B-B14F-4D97-AF65-F5344CB8AC3E}">
        <p14:creationId xmlns:p14="http://schemas.microsoft.com/office/powerpoint/2010/main" val="128163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13_Custom Layou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602022" y="3429000"/>
            <a:ext cx="7091078" cy="5107782"/>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
        <p:nvSpPr>
          <p:cNvPr id="4" name="Picture Placeholder 2"/>
          <p:cNvSpPr>
            <a:spLocks noGrp="1"/>
          </p:cNvSpPr>
          <p:nvPr>
            <p:ph type="pic" sz="quarter" idx="11"/>
          </p:nvPr>
        </p:nvSpPr>
        <p:spPr>
          <a:xfrm>
            <a:off x="9454429" y="3429000"/>
            <a:ext cx="7091078" cy="5107782"/>
          </a:xfrm>
          <a:prstGeom prst="rect">
            <a:avLst/>
          </a:prstGeom>
        </p:spPr>
        <p:txBody>
          <a:bodyPr>
            <a:normAutofit/>
          </a:bodyPr>
          <a:lstStyle>
            <a:lvl1pPr>
              <a:defRPr sz="1407">
                <a:solidFill>
                  <a:srgbClr val="00B0F0"/>
                </a:solidFill>
              </a:defRPr>
            </a:lvl1pPr>
          </a:lstStyle>
          <a:p>
            <a:r>
              <a:rPr lang="en-US"/>
              <a:t>Click icon to add picture</a:t>
            </a:r>
            <a:endParaRPr lang="id-ID"/>
          </a:p>
        </p:txBody>
      </p:sp>
    </p:spTree>
    <p:extLst>
      <p:ext uri="{BB962C8B-B14F-4D97-AF65-F5344CB8AC3E}">
        <p14:creationId xmlns:p14="http://schemas.microsoft.com/office/powerpoint/2010/main" val="182490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Left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08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4_ScreenMockup">
    <p:spTree>
      <p:nvGrpSpPr>
        <p:cNvPr id="1" name=""/>
        <p:cNvGrpSpPr/>
        <p:nvPr/>
      </p:nvGrpSpPr>
      <p:grpSpPr>
        <a:xfrm>
          <a:off x="0" y="0"/>
          <a:ext cx="0" cy="0"/>
          <a:chOff x="0" y="0"/>
          <a:chExt cx="0" cy="0"/>
        </a:xfrm>
      </p:grpSpPr>
      <p:sp>
        <p:nvSpPr>
          <p:cNvPr id="19" name="Picture Placeholder 18"/>
          <p:cNvSpPr>
            <a:spLocks noGrp="1"/>
          </p:cNvSpPr>
          <p:nvPr>
            <p:ph type="pic" sz="quarter" idx="13"/>
          </p:nvPr>
        </p:nvSpPr>
        <p:spPr>
          <a:xfrm>
            <a:off x="11144251" y="1622058"/>
            <a:ext cx="7143749" cy="8664942"/>
          </a:xfrm>
          <a:custGeom>
            <a:avLst/>
            <a:gdLst>
              <a:gd name="connsiteX0" fmla="*/ 0 w 2507226"/>
              <a:gd name="connsiteY0" fmla="*/ 0 h 3170903"/>
              <a:gd name="connsiteX1" fmla="*/ 2507226 w 2507226"/>
              <a:gd name="connsiteY1" fmla="*/ 0 h 3170903"/>
              <a:gd name="connsiteX2" fmla="*/ 2507226 w 2507226"/>
              <a:gd name="connsiteY2" fmla="*/ 3170903 h 3170903"/>
              <a:gd name="connsiteX3" fmla="*/ 0 w 2507226"/>
              <a:gd name="connsiteY3" fmla="*/ 3170903 h 3170903"/>
            </a:gdLst>
            <a:ahLst/>
            <a:cxnLst>
              <a:cxn ang="0">
                <a:pos x="connsiteX0" y="connsiteY0"/>
              </a:cxn>
              <a:cxn ang="0">
                <a:pos x="connsiteX1" y="connsiteY1"/>
              </a:cxn>
              <a:cxn ang="0">
                <a:pos x="connsiteX2" y="connsiteY2"/>
              </a:cxn>
              <a:cxn ang="0">
                <a:pos x="connsiteX3" y="connsiteY3"/>
              </a:cxn>
            </a:cxnLst>
            <a:rect l="l" t="t" r="r" b="b"/>
            <a:pathLst>
              <a:path w="2507226" h="3170903">
                <a:moveTo>
                  <a:pt x="0" y="0"/>
                </a:moveTo>
                <a:lnTo>
                  <a:pt x="2507226" y="0"/>
                </a:lnTo>
                <a:lnTo>
                  <a:pt x="2507226" y="3170903"/>
                </a:lnTo>
                <a:lnTo>
                  <a:pt x="0" y="3170903"/>
                </a:lnTo>
                <a:close/>
              </a:path>
            </a:pathLst>
          </a:custGeom>
        </p:spPr>
        <p:txBody>
          <a:bodyPr wrap="square">
            <a:noAutofit/>
          </a:bodyPr>
          <a:lstStyle/>
          <a:p>
            <a:endParaRPr lang="en-US"/>
          </a:p>
        </p:txBody>
      </p:sp>
    </p:spTree>
    <p:extLst>
      <p:ext uri="{BB962C8B-B14F-4D97-AF65-F5344CB8AC3E}">
        <p14:creationId xmlns:p14="http://schemas.microsoft.com/office/powerpoint/2010/main" val="365677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5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7700963" y="2389584"/>
            <a:ext cx="2886075" cy="2886075"/>
          </a:xfrm>
          <a:custGeom>
            <a:avLst/>
            <a:gdLst>
              <a:gd name="connsiteX0" fmla="*/ 962025 w 1924050"/>
              <a:gd name="connsiteY0" fmla="*/ 0 h 1924050"/>
              <a:gd name="connsiteX1" fmla="*/ 1924050 w 1924050"/>
              <a:gd name="connsiteY1" fmla="*/ 962025 h 1924050"/>
              <a:gd name="connsiteX2" fmla="*/ 962025 w 1924050"/>
              <a:gd name="connsiteY2" fmla="*/ 1924050 h 1924050"/>
              <a:gd name="connsiteX3" fmla="*/ 0 w 1924050"/>
              <a:gd name="connsiteY3" fmla="*/ 962025 h 1924050"/>
              <a:gd name="connsiteX4" fmla="*/ 962025 w 1924050"/>
              <a:gd name="connsiteY4" fmla="*/ 0 h 192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050" h="1924050">
                <a:moveTo>
                  <a:pt x="962025" y="0"/>
                </a:moveTo>
                <a:cubicBezTo>
                  <a:pt x="1493337" y="0"/>
                  <a:pt x="1924050" y="430713"/>
                  <a:pt x="1924050" y="962025"/>
                </a:cubicBezTo>
                <a:cubicBezTo>
                  <a:pt x="1924050" y="1493337"/>
                  <a:pt x="1493337" y="1924050"/>
                  <a:pt x="962025" y="1924050"/>
                </a:cubicBezTo>
                <a:cubicBezTo>
                  <a:pt x="430713" y="1924050"/>
                  <a:pt x="0" y="1493337"/>
                  <a:pt x="0" y="962025"/>
                </a:cubicBezTo>
                <a:cubicBezTo>
                  <a:pt x="0" y="430713"/>
                  <a:pt x="430713" y="0"/>
                  <a:pt x="962025" y="0"/>
                </a:cubicBezTo>
                <a:close/>
              </a:path>
            </a:pathLst>
          </a:custGeom>
        </p:spPr>
        <p:txBody>
          <a:bodyPr wrap="square">
            <a:noAutofit/>
          </a:bodyPr>
          <a:lstStyle/>
          <a:p>
            <a:endParaRPr lang="en-US"/>
          </a:p>
        </p:txBody>
      </p:sp>
      <p:sp>
        <p:nvSpPr>
          <p:cNvPr id="10" name="Picture Placeholder 9"/>
          <p:cNvSpPr>
            <a:spLocks noGrp="1"/>
          </p:cNvSpPr>
          <p:nvPr>
            <p:ph type="pic" sz="quarter" idx="11"/>
          </p:nvPr>
        </p:nvSpPr>
        <p:spPr>
          <a:xfrm>
            <a:off x="7700963" y="6115048"/>
            <a:ext cx="2886075" cy="2886075"/>
          </a:xfrm>
          <a:custGeom>
            <a:avLst/>
            <a:gdLst>
              <a:gd name="connsiteX0" fmla="*/ 962025 w 1924050"/>
              <a:gd name="connsiteY0" fmla="*/ 0 h 1924050"/>
              <a:gd name="connsiteX1" fmla="*/ 1924050 w 1924050"/>
              <a:gd name="connsiteY1" fmla="*/ 962025 h 1924050"/>
              <a:gd name="connsiteX2" fmla="*/ 962025 w 1924050"/>
              <a:gd name="connsiteY2" fmla="*/ 1924050 h 1924050"/>
              <a:gd name="connsiteX3" fmla="*/ 0 w 1924050"/>
              <a:gd name="connsiteY3" fmla="*/ 962025 h 1924050"/>
              <a:gd name="connsiteX4" fmla="*/ 962025 w 1924050"/>
              <a:gd name="connsiteY4" fmla="*/ 0 h 192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050" h="1924050">
                <a:moveTo>
                  <a:pt x="962025" y="0"/>
                </a:moveTo>
                <a:cubicBezTo>
                  <a:pt x="1493337" y="0"/>
                  <a:pt x="1924050" y="430713"/>
                  <a:pt x="1924050" y="962025"/>
                </a:cubicBezTo>
                <a:cubicBezTo>
                  <a:pt x="1924050" y="1493337"/>
                  <a:pt x="1493337" y="1924050"/>
                  <a:pt x="962025" y="1924050"/>
                </a:cubicBezTo>
                <a:cubicBezTo>
                  <a:pt x="430713" y="1924050"/>
                  <a:pt x="0" y="1493337"/>
                  <a:pt x="0" y="962025"/>
                </a:cubicBezTo>
                <a:cubicBezTo>
                  <a:pt x="0" y="430713"/>
                  <a:pt x="430713" y="0"/>
                  <a:pt x="96202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72803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6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2213177" y="3471955"/>
            <a:ext cx="4275548" cy="4275548"/>
          </a:xfrm>
          <a:custGeom>
            <a:avLst/>
            <a:gdLst>
              <a:gd name="connsiteX0" fmla="*/ 1015705 w 2031410"/>
              <a:gd name="connsiteY0" fmla="*/ 0 h 2031410"/>
              <a:gd name="connsiteX1" fmla="*/ 2031410 w 2031410"/>
              <a:gd name="connsiteY1" fmla="*/ 1015705 h 2031410"/>
              <a:gd name="connsiteX2" fmla="*/ 1015705 w 2031410"/>
              <a:gd name="connsiteY2" fmla="*/ 2031410 h 2031410"/>
              <a:gd name="connsiteX3" fmla="*/ 0 w 2031410"/>
              <a:gd name="connsiteY3" fmla="*/ 1015705 h 2031410"/>
              <a:gd name="connsiteX4" fmla="*/ 1015705 w 2031410"/>
              <a:gd name="connsiteY4" fmla="*/ 0 h 2031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410" h="2031410">
                <a:moveTo>
                  <a:pt x="1015705" y="0"/>
                </a:moveTo>
                <a:cubicBezTo>
                  <a:pt x="1576663" y="0"/>
                  <a:pt x="2031410" y="454747"/>
                  <a:pt x="2031410" y="1015705"/>
                </a:cubicBezTo>
                <a:cubicBezTo>
                  <a:pt x="2031410" y="1576663"/>
                  <a:pt x="1576663" y="2031410"/>
                  <a:pt x="1015705" y="2031410"/>
                </a:cubicBezTo>
                <a:cubicBezTo>
                  <a:pt x="454747" y="2031410"/>
                  <a:pt x="0" y="1576663"/>
                  <a:pt x="0" y="1015705"/>
                </a:cubicBezTo>
                <a:cubicBezTo>
                  <a:pt x="0" y="454747"/>
                  <a:pt x="454747" y="0"/>
                  <a:pt x="101570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02348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Right_Minim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205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1_ScreenMockup">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2043113" y="2207447"/>
            <a:ext cx="5237918" cy="5237916"/>
          </a:xfrm>
          <a:custGeom>
            <a:avLst/>
            <a:gdLst>
              <a:gd name="connsiteX0" fmla="*/ 1745973 w 3491945"/>
              <a:gd name="connsiteY0" fmla="*/ 0 h 3491944"/>
              <a:gd name="connsiteX1" fmla="*/ 3491945 w 3491945"/>
              <a:gd name="connsiteY1" fmla="*/ 1745972 h 3491944"/>
              <a:gd name="connsiteX2" fmla="*/ 1745973 w 3491945"/>
              <a:gd name="connsiteY2" fmla="*/ 3491944 h 3491944"/>
              <a:gd name="connsiteX3" fmla="*/ 0 w 3491945"/>
              <a:gd name="connsiteY3" fmla="*/ 1745972 h 3491944"/>
            </a:gdLst>
            <a:ahLst/>
            <a:cxnLst>
              <a:cxn ang="0">
                <a:pos x="connsiteX0" y="connsiteY0"/>
              </a:cxn>
              <a:cxn ang="0">
                <a:pos x="connsiteX1" y="connsiteY1"/>
              </a:cxn>
              <a:cxn ang="0">
                <a:pos x="connsiteX2" y="connsiteY2"/>
              </a:cxn>
              <a:cxn ang="0">
                <a:pos x="connsiteX3" y="connsiteY3"/>
              </a:cxn>
            </a:cxnLst>
            <a:rect l="l" t="t" r="r" b="b"/>
            <a:pathLst>
              <a:path w="3491945" h="3491944">
                <a:moveTo>
                  <a:pt x="1745973" y="0"/>
                </a:moveTo>
                <a:lnTo>
                  <a:pt x="3491945" y="1745972"/>
                </a:lnTo>
                <a:lnTo>
                  <a:pt x="1745973" y="3491944"/>
                </a:lnTo>
                <a:lnTo>
                  <a:pt x="0" y="1745972"/>
                </a:lnTo>
                <a:close/>
              </a:path>
            </a:pathLst>
          </a:custGeom>
        </p:spPr>
        <p:txBody>
          <a:bodyPr wrap="square">
            <a:noAutofit/>
          </a:bodyPr>
          <a:lstStyle/>
          <a:p>
            <a:endParaRPr lang="en-US"/>
          </a:p>
        </p:txBody>
      </p:sp>
      <p:sp>
        <p:nvSpPr>
          <p:cNvPr id="13" name="Picture Placeholder 12"/>
          <p:cNvSpPr>
            <a:spLocks noGrp="1"/>
          </p:cNvSpPr>
          <p:nvPr>
            <p:ph type="pic" sz="quarter" idx="11"/>
          </p:nvPr>
        </p:nvSpPr>
        <p:spPr>
          <a:xfrm>
            <a:off x="6525043" y="371474"/>
            <a:ext cx="5237918" cy="5237916"/>
          </a:xfrm>
          <a:custGeom>
            <a:avLst/>
            <a:gdLst>
              <a:gd name="connsiteX0" fmla="*/ 1745973 w 3491945"/>
              <a:gd name="connsiteY0" fmla="*/ 0 h 3491944"/>
              <a:gd name="connsiteX1" fmla="*/ 3491945 w 3491945"/>
              <a:gd name="connsiteY1" fmla="*/ 1745972 h 3491944"/>
              <a:gd name="connsiteX2" fmla="*/ 1745973 w 3491945"/>
              <a:gd name="connsiteY2" fmla="*/ 3491944 h 3491944"/>
              <a:gd name="connsiteX3" fmla="*/ 0 w 3491945"/>
              <a:gd name="connsiteY3" fmla="*/ 1745972 h 3491944"/>
            </a:gdLst>
            <a:ahLst/>
            <a:cxnLst>
              <a:cxn ang="0">
                <a:pos x="connsiteX0" y="connsiteY0"/>
              </a:cxn>
              <a:cxn ang="0">
                <a:pos x="connsiteX1" y="connsiteY1"/>
              </a:cxn>
              <a:cxn ang="0">
                <a:pos x="connsiteX2" y="connsiteY2"/>
              </a:cxn>
              <a:cxn ang="0">
                <a:pos x="connsiteX3" y="connsiteY3"/>
              </a:cxn>
            </a:cxnLst>
            <a:rect l="l" t="t" r="r" b="b"/>
            <a:pathLst>
              <a:path w="3491945" h="3491944">
                <a:moveTo>
                  <a:pt x="1745973" y="0"/>
                </a:moveTo>
                <a:lnTo>
                  <a:pt x="3491945" y="1745972"/>
                </a:lnTo>
                <a:lnTo>
                  <a:pt x="1745973" y="3491944"/>
                </a:lnTo>
                <a:lnTo>
                  <a:pt x="0" y="1745972"/>
                </a:lnTo>
                <a:close/>
              </a:path>
            </a:pathLst>
          </a:custGeom>
        </p:spPr>
        <p:txBody>
          <a:bodyPr wrap="square">
            <a:noAutofit/>
          </a:bodyPr>
          <a:lstStyle/>
          <a:p>
            <a:endParaRPr lang="en-US"/>
          </a:p>
        </p:txBody>
      </p:sp>
      <p:sp>
        <p:nvSpPr>
          <p:cNvPr id="15" name="Picture Placeholder 14"/>
          <p:cNvSpPr>
            <a:spLocks noGrp="1"/>
          </p:cNvSpPr>
          <p:nvPr>
            <p:ph type="pic" sz="quarter" idx="12"/>
          </p:nvPr>
        </p:nvSpPr>
        <p:spPr>
          <a:xfrm>
            <a:off x="11006971" y="2018450"/>
            <a:ext cx="5237918" cy="5237916"/>
          </a:xfrm>
          <a:custGeom>
            <a:avLst/>
            <a:gdLst>
              <a:gd name="connsiteX0" fmla="*/ 1745973 w 3491945"/>
              <a:gd name="connsiteY0" fmla="*/ 0 h 3491944"/>
              <a:gd name="connsiteX1" fmla="*/ 3491945 w 3491945"/>
              <a:gd name="connsiteY1" fmla="*/ 1745972 h 3491944"/>
              <a:gd name="connsiteX2" fmla="*/ 1745973 w 3491945"/>
              <a:gd name="connsiteY2" fmla="*/ 3491944 h 3491944"/>
              <a:gd name="connsiteX3" fmla="*/ 0 w 3491945"/>
              <a:gd name="connsiteY3" fmla="*/ 1745972 h 3491944"/>
            </a:gdLst>
            <a:ahLst/>
            <a:cxnLst>
              <a:cxn ang="0">
                <a:pos x="connsiteX0" y="connsiteY0"/>
              </a:cxn>
              <a:cxn ang="0">
                <a:pos x="connsiteX1" y="connsiteY1"/>
              </a:cxn>
              <a:cxn ang="0">
                <a:pos x="connsiteX2" y="connsiteY2"/>
              </a:cxn>
              <a:cxn ang="0">
                <a:pos x="connsiteX3" y="connsiteY3"/>
              </a:cxn>
            </a:cxnLst>
            <a:rect l="l" t="t" r="r" b="b"/>
            <a:pathLst>
              <a:path w="3491945" h="3491944">
                <a:moveTo>
                  <a:pt x="1745973" y="0"/>
                </a:moveTo>
                <a:lnTo>
                  <a:pt x="3491945" y="1745972"/>
                </a:lnTo>
                <a:lnTo>
                  <a:pt x="1745973" y="3491944"/>
                </a:lnTo>
                <a:lnTo>
                  <a:pt x="0" y="1745972"/>
                </a:lnTo>
                <a:close/>
              </a:path>
            </a:pathLst>
          </a:custGeom>
        </p:spPr>
        <p:txBody>
          <a:bodyPr wrap="square">
            <a:noAutofit/>
          </a:bodyPr>
          <a:lstStyle/>
          <a:p>
            <a:endParaRPr lang="en-US"/>
          </a:p>
        </p:txBody>
      </p:sp>
    </p:spTree>
    <p:extLst>
      <p:ext uri="{BB962C8B-B14F-4D97-AF65-F5344CB8AC3E}">
        <p14:creationId xmlns:p14="http://schemas.microsoft.com/office/powerpoint/2010/main" val="46946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FB05E9A-515B-4820-8F7D-D4D730E7FD76}"/>
              </a:ext>
            </a:extLst>
          </p:cNvPr>
          <p:cNvSpPr>
            <a:spLocks noGrp="1"/>
          </p:cNvSpPr>
          <p:nvPr>
            <p:ph type="pic" sz="quarter" idx="10"/>
          </p:nvPr>
        </p:nvSpPr>
        <p:spPr>
          <a:xfrm>
            <a:off x="0" y="2832652"/>
            <a:ext cx="18288000" cy="3414092"/>
          </a:xfrm>
        </p:spPr>
        <p:txBody>
          <a:bodyPr/>
          <a:lstStyle/>
          <a:p>
            <a:endParaRPr lang="en-US"/>
          </a:p>
        </p:txBody>
      </p:sp>
    </p:spTree>
    <p:extLst>
      <p:ext uri="{BB962C8B-B14F-4D97-AF65-F5344CB8AC3E}">
        <p14:creationId xmlns:p14="http://schemas.microsoft.com/office/powerpoint/2010/main" val="197250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92_Title Slide">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12675566" y="2765684"/>
            <a:ext cx="3237876" cy="3237876"/>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
        <p:nvSpPr>
          <p:cNvPr id="17" name="Picture Placeholder 16"/>
          <p:cNvSpPr>
            <a:spLocks noGrp="1"/>
          </p:cNvSpPr>
          <p:nvPr>
            <p:ph type="pic" sz="quarter" idx="11"/>
          </p:nvPr>
        </p:nvSpPr>
        <p:spPr>
          <a:xfrm>
            <a:off x="2383436" y="2765684"/>
            <a:ext cx="3237876" cy="3237876"/>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
        <p:nvSpPr>
          <p:cNvPr id="14" name="Picture Placeholder 13"/>
          <p:cNvSpPr>
            <a:spLocks noGrp="1"/>
          </p:cNvSpPr>
          <p:nvPr>
            <p:ph type="pic" sz="quarter" idx="12"/>
          </p:nvPr>
        </p:nvSpPr>
        <p:spPr>
          <a:xfrm>
            <a:off x="7525062" y="2765684"/>
            <a:ext cx="3237876" cy="3237876"/>
          </a:xfrm>
          <a:custGeom>
            <a:avLst/>
            <a:gdLst>
              <a:gd name="connsiteX0" fmla="*/ 1079292 w 2158584"/>
              <a:gd name="connsiteY0" fmla="*/ 0 h 2158584"/>
              <a:gd name="connsiteX1" fmla="*/ 2158584 w 2158584"/>
              <a:gd name="connsiteY1" fmla="*/ 1079292 h 2158584"/>
              <a:gd name="connsiteX2" fmla="*/ 1079292 w 2158584"/>
              <a:gd name="connsiteY2" fmla="*/ 2158584 h 2158584"/>
              <a:gd name="connsiteX3" fmla="*/ 0 w 2158584"/>
              <a:gd name="connsiteY3" fmla="*/ 1079292 h 2158584"/>
              <a:gd name="connsiteX4" fmla="*/ 1079292 w 2158584"/>
              <a:gd name="connsiteY4" fmla="*/ 0 h 215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584" h="2158584">
                <a:moveTo>
                  <a:pt x="1079292" y="0"/>
                </a:moveTo>
                <a:cubicBezTo>
                  <a:pt x="1675369" y="0"/>
                  <a:pt x="2158584" y="483215"/>
                  <a:pt x="2158584" y="1079292"/>
                </a:cubicBezTo>
                <a:cubicBezTo>
                  <a:pt x="2158584" y="1675369"/>
                  <a:pt x="1675369" y="2158584"/>
                  <a:pt x="1079292" y="2158584"/>
                </a:cubicBezTo>
                <a:cubicBezTo>
                  <a:pt x="483215" y="2158584"/>
                  <a:pt x="0" y="1675369"/>
                  <a:pt x="0" y="1079292"/>
                </a:cubicBezTo>
                <a:cubicBezTo>
                  <a:pt x="0" y="483215"/>
                  <a:pt x="483215" y="0"/>
                  <a:pt x="107929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6128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6_ScreenMockup">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1244816" y="3538035"/>
            <a:ext cx="5024886" cy="3872664"/>
          </a:xfrm>
          <a:custGeom>
            <a:avLst/>
            <a:gdLst>
              <a:gd name="connsiteX0" fmla="*/ 3349924 w 3349924"/>
              <a:gd name="connsiteY0" fmla="*/ 0 h 2581776"/>
              <a:gd name="connsiteX1" fmla="*/ 3035599 w 3349924"/>
              <a:gd name="connsiteY1" fmla="*/ 2581776 h 2581776"/>
              <a:gd name="connsiteX2" fmla="*/ 0 w 3349924"/>
              <a:gd name="connsiteY2" fmla="*/ 2181726 h 2581776"/>
              <a:gd name="connsiteX3" fmla="*/ 409575 w 3349924"/>
              <a:gd name="connsiteY3" fmla="*/ 361950 h 2581776"/>
            </a:gdLst>
            <a:ahLst/>
            <a:cxnLst>
              <a:cxn ang="0">
                <a:pos x="connsiteX0" y="connsiteY0"/>
              </a:cxn>
              <a:cxn ang="0">
                <a:pos x="connsiteX1" y="connsiteY1"/>
              </a:cxn>
              <a:cxn ang="0">
                <a:pos x="connsiteX2" y="connsiteY2"/>
              </a:cxn>
              <a:cxn ang="0">
                <a:pos x="connsiteX3" y="connsiteY3"/>
              </a:cxn>
            </a:cxnLst>
            <a:rect l="l" t="t" r="r" b="b"/>
            <a:pathLst>
              <a:path w="3349924" h="2581776">
                <a:moveTo>
                  <a:pt x="3349924" y="0"/>
                </a:moveTo>
                <a:lnTo>
                  <a:pt x="3035599" y="2581776"/>
                </a:lnTo>
                <a:lnTo>
                  <a:pt x="0" y="2181726"/>
                </a:lnTo>
                <a:lnTo>
                  <a:pt x="409575" y="361950"/>
                </a:lnTo>
                <a:close/>
              </a:path>
            </a:pathLst>
          </a:custGeom>
        </p:spPr>
        <p:txBody>
          <a:bodyPr wrap="square">
            <a:noAutofit/>
          </a:bodyPr>
          <a:lstStyle/>
          <a:p>
            <a:endParaRPr lang="en-US"/>
          </a:p>
        </p:txBody>
      </p:sp>
    </p:spTree>
    <p:extLst>
      <p:ext uri="{BB962C8B-B14F-4D97-AF65-F5344CB8AC3E}">
        <p14:creationId xmlns:p14="http://schemas.microsoft.com/office/powerpoint/2010/main" val="382746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5A7D0B-7AB0-42BD-8776-A62D0B9D6029}"/>
              </a:ext>
            </a:extLst>
          </p:cNvPr>
          <p:cNvSpPr>
            <a:spLocks noGrp="1"/>
          </p:cNvSpPr>
          <p:nvPr>
            <p:ph type="pic" sz="quarter" idx="10"/>
          </p:nvPr>
        </p:nvSpPr>
        <p:spPr>
          <a:xfrm>
            <a:off x="1819642" y="1319213"/>
            <a:ext cx="6779420" cy="8967788"/>
          </a:xfrm>
        </p:spPr>
        <p:txBody>
          <a:bodyPr/>
          <a:lstStyle/>
          <a:p>
            <a:endParaRPr lang="en-US"/>
          </a:p>
        </p:txBody>
      </p:sp>
    </p:spTree>
    <p:extLst>
      <p:ext uri="{BB962C8B-B14F-4D97-AF65-F5344CB8AC3E}">
        <p14:creationId xmlns:p14="http://schemas.microsoft.com/office/powerpoint/2010/main" val="345819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59_Title Slide">
    <p:spTree>
      <p:nvGrpSpPr>
        <p:cNvPr id="1" name=""/>
        <p:cNvGrpSpPr/>
        <p:nvPr/>
      </p:nvGrpSpPr>
      <p:grpSpPr>
        <a:xfrm>
          <a:off x="0" y="0"/>
          <a:ext cx="0" cy="0"/>
          <a:chOff x="0" y="0"/>
          <a:chExt cx="0" cy="0"/>
        </a:xfrm>
      </p:grpSpPr>
      <p:sp>
        <p:nvSpPr>
          <p:cNvPr id="18" name="Picture Placeholder 17"/>
          <p:cNvSpPr>
            <a:spLocks noGrp="1"/>
          </p:cNvSpPr>
          <p:nvPr>
            <p:ph type="pic" sz="quarter" idx="10"/>
          </p:nvPr>
        </p:nvSpPr>
        <p:spPr>
          <a:xfrm>
            <a:off x="2015835" y="2358044"/>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21" name="Picture Placeholder 20"/>
          <p:cNvSpPr>
            <a:spLocks noGrp="1"/>
          </p:cNvSpPr>
          <p:nvPr>
            <p:ph type="pic" sz="quarter" idx="11"/>
          </p:nvPr>
        </p:nvSpPr>
        <p:spPr>
          <a:xfrm>
            <a:off x="6001170" y="2358041"/>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23" name="Picture Placeholder 22"/>
          <p:cNvSpPr>
            <a:spLocks noGrp="1"/>
          </p:cNvSpPr>
          <p:nvPr>
            <p:ph type="pic" sz="quarter" idx="12"/>
          </p:nvPr>
        </p:nvSpPr>
        <p:spPr>
          <a:xfrm>
            <a:off x="9986504" y="2358041"/>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26" name="Picture Placeholder 25"/>
          <p:cNvSpPr>
            <a:spLocks noGrp="1"/>
          </p:cNvSpPr>
          <p:nvPr>
            <p:ph type="pic" sz="quarter" idx="13"/>
          </p:nvPr>
        </p:nvSpPr>
        <p:spPr>
          <a:xfrm>
            <a:off x="13971836" y="2358039"/>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29" name="Picture Placeholder 28"/>
          <p:cNvSpPr>
            <a:spLocks noGrp="1"/>
          </p:cNvSpPr>
          <p:nvPr>
            <p:ph type="pic" sz="quarter" idx="14"/>
          </p:nvPr>
        </p:nvSpPr>
        <p:spPr>
          <a:xfrm>
            <a:off x="2015836" y="6011001"/>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32" name="Picture Placeholder 31"/>
          <p:cNvSpPr>
            <a:spLocks noGrp="1"/>
          </p:cNvSpPr>
          <p:nvPr>
            <p:ph type="pic" sz="quarter" idx="15"/>
          </p:nvPr>
        </p:nvSpPr>
        <p:spPr>
          <a:xfrm>
            <a:off x="6001169" y="6011000"/>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35" name="Picture Placeholder 34"/>
          <p:cNvSpPr>
            <a:spLocks noGrp="1"/>
          </p:cNvSpPr>
          <p:nvPr>
            <p:ph type="pic" sz="quarter" idx="16"/>
          </p:nvPr>
        </p:nvSpPr>
        <p:spPr>
          <a:xfrm>
            <a:off x="9986504" y="6010997"/>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
        <p:nvSpPr>
          <p:cNvPr id="38" name="Picture Placeholder 37"/>
          <p:cNvSpPr>
            <a:spLocks noGrp="1"/>
          </p:cNvSpPr>
          <p:nvPr>
            <p:ph type="pic" sz="quarter" idx="17"/>
          </p:nvPr>
        </p:nvSpPr>
        <p:spPr>
          <a:xfrm>
            <a:off x="13971834" y="6010997"/>
            <a:ext cx="2300331" cy="2300328"/>
          </a:xfrm>
          <a:custGeom>
            <a:avLst/>
            <a:gdLst>
              <a:gd name="connsiteX0" fmla="*/ 766777 w 1533554"/>
              <a:gd name="connsiteY0" fmla="*/ 0 h 1533552"/>
              <a:gd name="connsiteX1" fmla="*/ 1533554 w 1533554"/>
              <a:gd name="connsiteY1" fmla="*/ 766776 h 1533552"/>
              <a:gd name="connsiteX2" fmla="*/ 766777 w 1533554"/>
              <a:gd name="connsiteY2" fmla="*/ 1533552 h 1533552"/>
              <a:gd name="connsiteX3" fmla="*/ 0 w 1533554"/>
              <a:gd name="connsiteY3" fmla="*/ 766776 h 1533552"/>
              <a:gd name="connsiteX4" fmla="*/ 766777 w 1533554"/>
              <a:gd name="connsiteY4" fmla="*/ 0 h 1533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54" h="1533552">
                <a:moveTo>
                  <a:pt x="766777" y="0"/>
                </a:moveTo>
                <a:cubicBezTo>
                  <a:pt x="1190256" y="0"/>
                  <a:pt x="1533554" y="343297"/>
                  <a:pt x="1533554" y="766776"/>
                </a:cubicBezTo>
                <a:cubicBezTo>
                  <a:pt x="1533554" y="1190255"/>
                  <a:pt x="1190256" y="1533552"/>
                  <a:pt x="766777" y="1533552"/>
                </a:cubicBezTo>
                <a:cubicBezTo>
                  <a:pt x="343298" y="1533552"/>
                  <a:pt x="0" y="1190255"/>
                  <a:pt x="0" y="766776"/>
                </a:cubicBezTo>
                <a:cubicBezTo>
                  <a:pt x="0" y="343297"/>
                  <a:pt x="343298" y="0"/>
                  <a:pt x="76677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58889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4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280451" y="3009141"/>
            <a:ext cx="5728193" cy="5727096"/>
          </a:xfrm>
          <a:prstGeom prst="ellipse">
            <a:avLst/>
          </a:prstGeo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298026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345157" y="2856002"/>
            <a:ext cx="7702214" cy="5943341"/>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48328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86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5217958" y="1371601"/>
            <a:ext cx="7852088" cy="8915399"/>
          </a:xfrm>
          <a:custGeom>
            <a:avLst/>
            <a:gdLst>
              <a:gd name="connsiteX0" fmla="*/ 0 w 2526223"/>
              <a:gd name="connsiteY0" fmla="*/ 0 h 3363132"/>
              <a:gd name="connsiteX1" fmla="*/ 2526223 w 2526223"/>
              <a:gd name="connsiteY1" fmla="*/ 0 h 3363132"/>
              <a:gd name="connsiteX2" fmla="*/ 2526223 w 2526223"/>
              <a:gd name="connsiteY2" fmla="*/ 3363132 h 3363132"/>
              <a:gd name="connsiteX3" fmla="*/ 0 w 2526223"/>
              <a:gd name="connsiteY3" fmla="*/ 3363132 h 3363132"/>
            </a:gdLst>
            <a:ahLst/>
            <a:cxnLst>
              <a:cxn ang="0">
                <a:pos x="connsiteX0" y="connsiteY0"/>
              </a:cxn>
              <a:cxn ang="0">
                <a:pos x="connsiteX1" y="connsiteY1"/>
              </a:cxn>
              <a:cxn ang="0">
                <a:pos x="connsiteX2" y="connsiteY2"/>
              </a:cxn>
              <a:cxn ang="0">
                <a:pos x="connsiteX3" y="connsiteY3"/>
              </a:cxn>
            </a:cxnLst>
            <a:rect l="l" t="t" r="r" b="b"/>
            <a:pathLst>
              <a:path w="2526223" h="3363132">
                <a:moveTo>
                  <a:pt x="0" y="0"/>
                </a:moveTo>
                <a:lnTo>
                  <a:pt x="2526223" y="0"/>
                </a:lnTo>
                <a:lnTo>
                  <a:pt x="2526223" y="3363132"/>
                </a:lnTo>
                <a:lnTo>
                  <a:pt x="0" y="3363132"/>
                </a:lnTo>
                <a:close/>
              </a:path>
            </a:pathLst>
          </a:custGeom>
        </p:spPr>
        <p:txBody>
          <a:bodyPr wrap="square">
            <a:noAutofit/>
          </a:bodyPr>
          <a:lstStyle/>
          <a:p>
            <a:endParaRPr lang="en-US"/>
          </a:p>
        </p:txBody>
      </p:sp>
    </p:spTree>
    <p:extLst>
      <p:ext uri="{BB962C8B-B14F-4D97-AF65-F5344CB8AC3E}">
        <p14:creationId xmlns:p14="http://schemas.microsoft.com/office/powerpoint/2010/main" val="348793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ABE018-8F9D-4DDA-AF87-05A17F3416B9}"/>
              </a:ext>
            </a:extLst>
          </p:cNvPr>
          <p:cNvPicPr>
            <a:picLocks noGrp="1" noSelect="1" noRot="1" noMove="1" noResize="1" noChangeShapeType="1"/>
          </p:cNvPicPr>
          <p:nvPr userDrawn="1">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0619721" y="7955280"/>
            <a:ext cx="4404362" cy="2331720"/>
          </a:xfrm>
          <a:prstGeom prst="rect">
            <a:avLst/>
          </a:prstGeom>
        </p:spPr>
      </p:pic>
      <p:pic>
        <p:nvPicPr>
          <p:cNvPr id="5" name="Picture 4">
            <a:extLst>
              <a:ext uri="{FF2B5EF4-FFF2-40B4-BE49-F238E27FC236}">
                <a16:creationId xmlns:a16="http://schemas.microsoft.com/office/drawing/2014/main" id="{A9362E04-E5DB-4EA0-9E92-A5A9146C21DB}"/>
              </a:ext>
            </a:extLst>
          </p:cNvPr>
          <p:cNvPicPr>
            <a:picLocks noGrp="1" noSelect="1" noRot="1" noMove="1" noResize="1" noChangeShapeType="1"/>
          </p:cNvPicPr>
          <p:nvPr userDrawn="1">
            <p:custDataLst>
              <p:tags r:id="rId2"/>
            </p:custDataLst>
          </p:nvPr>
        </p:nvPicPr>
        <p:blipFill rotWithShape="1">
          <a:blip r:embed="rId6">
            <a:extLst>
              <a:ext uri="{28A0092B-C50C-407E-A947-70E740481C1C}">
                <a14:useLocalDpi xmlns:a14="http://schemas.microsoft.com/office/drawing/2010/main" val="0"/>
              </a:ext>
            </a:extLst>
          </a:blip>
          <a:srcRect t="16667" r="7822"/>
          <a:stretch/>
        </p:blipFill>
        <p:spPr>
          <a:xfrm>
            <a:off x="2" y="5606010"/>
            <a:ext cx="18288000" cy="9300000"/>
          </a:xfrm>
          <a:prstGeom prst="rect">
            <a:avLst/>
          </a:prstGeom>
        </p:spPr>
      </p:pic>
      <p:sp>
        <p:nvSpPr>
          <p:cNvPr id="4" name="Rectangle 3">
            <a:extLst>
              <a:ext uri="{FF2B5EF4-FFF2-40B4-BE49-F238E27FC236}">
                <a16:creationId xmlns:a16="http://schemas.microsoft.com/office/drawing/2014/main" id="{885518BE-9F06-4276-957C-0D2860DE6F7C}"/>
              </a:ext>
            </a:extLst>
          </p:cNvPr>
          <p:cNvSpPr/>
          <p:nvPr userDrawn="1"/>
        </p:nvSpPr>
        <p:spPr>
          <a:xfrm>
            <a:off x="-7466975" y="-4829175"/>
            <a:ext cx="33221949" cy="19945350"/>
          </a:xfrm>
          <a:prstGeom prst="rect">
            <a:avLst/>
          </a:prstGeom>
          <a:no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9" name="Group 8">
            <a:extLst>
              <a:ext uri="{FF2B5EF4-FFF2-40B4-BE49-F238E27FC236}">
                <a16:creationId xmlns:a16="http://schemas.microsoft.com/office/drawing/2014/main" id="{458B670A-559D-423B-82A7-E8B0A2FAC1F9}"/>
              </a:ext>
            </a:extLst>
          </p:cNvPr>
          <p:cNvGrpSpPr>
            <a:grpSpLocks noGrp="1" noSelect="1" noRot="1" noMove="1" noResize="1"/>
          </p:cNvGrpSpPr>
          <p:nvPr userDrawn="1">
            <p:custDataLst>
              <p:tags r:id="rId3"/>
            </p:custDataLst>
          </p:nvPr>
        </p:nvGrpSpPr>
        <p:grpSpPr>
          <a:xfrm>
            <a:off x="-742950" y="13497870"/>
            <a:ext cx="19516725" cy="1789755"/>
            <a:chOff x="-495300" y="8998580"/>
            <a:chExt cx="13011150" cy="1193170"/>
          </a:xfrm>
        </p:grpSpPr>
        <p:sp>
          <p:nvSpPr>
            <p:cNvPr id="3" name="Rectangle 2">
              <a:extLst>
                <a:ext uri="{FF2B5EF4-FFF2-40B4-BE49-F238E27FC236}">
                  <a16:creationId xmlns:a16="http://schemas.microsoft.com/office/drawing/2014/main" id="{6B97EA3C-D5D9-4538-95E7-BB4C6EFF8CBA}"/>
                </a:ext>
              </a:extLst>
            </p:cNvPr>
            <p:cNvSpPr/>
            <p:nvPr userDrawn="1"/>
          </p:nvSpPr>
          <p:spPr>
            <a:xfrm>
              <a:off x="-495300" y="9258300"/>
              <a:ext cx="13011150" cy="93345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a:extLst>
                <a:ext uri="{FF2B5EF4-FFF2-40B4-BE49-F238E27FC236}">
                  <a16:creationId xmlns:a16="http://schemas.microsoft.com/office/drawing/2014/main" id="{0850DBE8-CCD7-4F0E-98D7-85F861333ABD}"/>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t="90319"/>
            <a:stretch/>
          </p:blipFill>
          <p:spPr>
            <a:xfrm>
              <a:off x="0" y="8998580"/>
              <a:ext cx="12192000" cy="663940"/>
            </a:xfrm>
            <a:prstGeom prst="rect">
              <a:avLst/>
            </a:prstGeom>
          </p:spPr>
        </p:pic>
      </p:grpSp>
    </p:spTree>
    <p:extLst>
      <p:ext uri="{BB962C8B-B14F-4D97-AF65-F5344CB8AC3E}">
        <p14:creationId xmlns:p14="http://schemas.microsoft.com/office/powerpoint/2010/main" val="33474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09_Picture">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3" name="Picture Placeholder 2"/>
          <p:cNvSpPr>
            <a:spLocks noGrp="1"/>
          </p:cNvSpPr>
          <p:nvPr>
            <p:ph type="pic" sz="quarter" idx="10"/>
          </p:nvPr>
        </p:nvSpPr>
        <p:spPr>
          <a:xfrm>
            <a:off x="0" y="0"/>
            <a:ext cx="18288000" cy="6015446"/>
          </a:xfrm>
          <a:solidFill>
            <a:srgbClr val="E1E9EA">
              <a:alpha val="70000"/>
            </a:srgbClr>
          </a:solidFill>
        </p:spPr>
        <p:txBody>
          <a:bodyPr vert="horz" lIns="91440" tIns="45720" rIns="91440" bIns="45720" rtlCol="0">
            <a:normAutofit/>
          </a:bodyPr>
          <a:lstStyle>
            <a:lvl1pPr>
              <a:defRPr lang="en-US" sz="2700"/>
            </a:lvl1pPr>
          </a:lstStyle>
          <a:p>
            <a:pPr marL="0" lvl="0" indent="0">
              <a:buNone/>
            </a:pPr>
            <a:endParaRPr lang="en-US"/>
          </a:p>
        </p:txBody>
      </p:sp>
    </p:spTree>
    <p:extLst>
      <p:ext uri="{BB962C8B-B14F-4D97-AF65-F5344CB8AC3E}">
        <p14:creationId xmlns:p14="http://schemas.microsoft.com/office/powerpoint/2010/main" val="279646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AF3182D3-4BBB-4DBF-ADF4-77FF637AEA27}"/>
              </a:ext>
            </a:extLst>
          </p:cNvPr>
          <p:cNvSpPr>
            <a:spLocks noGrp="1"/>
          </p:cNvSpPr>
          <p:nvPr>
            <p:ph type="pic" sz="quarter" idx="10"/>
          </p:nvPr>
        </p:nvSpPr>
        <p:spPr>
          <a:xfrm>
            <a:off x="1350170" y="2421732"/>
            <a:ext cx="6450806" cy="6407943"/>
          </a:xfrm>
        </p:spPr>
        <p:txBody>
          <a:bodyPr/>
          <a:lstStyle/>
          <a:p>
            <a:endParaRPr lang="en-US"/>
          </a:p>
        </p:txBody>
      </p:sp>
    </p:spTree>
    <p:extLst>
      <p:ext uri="{BB962C8B-B14F-4D97-AF65-F5344CB8AC3E}">
        <p14:creationId xmlns:p14="http://schemas.microsoft.com/office/powerpoint/2010/main" val="284765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93_Title Slide">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2290080" y="2805545"/>
            <a:ext cx="5205846" cy="5205846"/>
          </a:xfrm>
          <a:custGeom>
            <a:avLst/>
            <a:gdLst>
              <a:gd name="connsiteX0" fmla="*/ 1735282 w 3470564"/>
              <a:gd name="connsiteY0" fmla="*/ 0 h 3470564"/>
              <a:gd name="connsiteX1" fmla="*/ 3470564 w 3470564"/>
              <a:gd name="connsiteY1" fmla="*/ 1735282 h 3470564"/>
              <a:gd name="connsiteX2" fmla="*/ 1735282 w 3470564"/>
              <a:gd name="connsiteY2" fmla="*/ 3470564 h 3470564"/>
              <a:gd name="connsiteX3" fmla="*/ 0 w 3470564"/>
              <a:gd name="connsiteY3" fmla="*/ 1735282 h 3470564"/>
              <a:gd name="connsiteX4" fmla="*/ 1735282 w 3470564"/>
              <a:gd name="connsiteY4" fmla="*/ 0 h 3470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564" h="3470564">
                <a:moveTo>
                  <a:pt x="1735282" y="0"/>
                </a:moveTo>
                <a:cubicBezTo>
                  <a:pt x="2693652" y="0"/>
                  <a:pt x="3470564" y="776912"/>
                  <a:pt x="3470564" y="1735282"/>
                </a:cubicBezTo>
                <a:cubicBezTo>
                  <a:pt x="3470564" y="2693652"/>
                  <a:pt x="2693652" y="3470564"/>
                  <a:pt x="1735282" y="3470564"/>
                </a:cubicBezTo>
                <a:cubicBezTo>
                  <a:pt x="776912" y="3470564"/>
                  <a:pt x="0" y="2693652"/>
                  <a:pt x="0" y="1735282"/>
                </a:cubicBezTo>
                <a:cubicBezTo>
                  <a:pt x="0" y="776912"/>
                  <a:pt x="776912" y="0"/>
                  <a:pt x="173528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57061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41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50" name="Picture Placeholder 47"/>
          <p:cNvSpPr>
            <a:spLocks noGrp="1"/>
          </p:cNvSpPr>
          <p:nvPr>
            <p:ph type="pic" sz="quarter" idx="12"/>
          </p:nvPr>
        </p:nvSpPr>
        <p:spPr>
          <a:xfrm>
            <a:off x="10913501" y="3857891"/>
            <a:ext cx="5981966" cy="3511196"/>
          </a:xfrm>
          <a:solidFill>
            <a:schemeClr val="bg1">
              <a:alpha val="70000"/>
            </a:scheme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283774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42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solidFill>
            <a:schemeClr val="bg1"/>
          </a:solid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50" name="Picture Placeholder 47"/>
          <p:cNvSpPr>
            <a:spLocks noGrp="1"/>
          </p:cNvSpPr>
          <p:nvPr>
            <p:ph type="pic" sz="quarter" idx="12"/>
          </p:nvPr>
        </p:nvSpPr>
        <p:spPr>
          <a:xfrm>
            <a:off x="10941641" y="5479031"/>
            <a:ext cx="5981966" cy="3511196"/>
          </a:xfrm>
          <a:solidFill>
            <a:schemeClr val="bg1"/>
          </a:solidFill>
        </p:spPr>
        <p:txBody>
          <a:bodyPr vert="horz" lIns="91440" tIns="45720" rIns="91440" bIns="45720" rtlCol="0">
            <a:normAutofit/>
          </a:bodyPr>
          <a:lstStyle>
            <a:lvl1pPr>
              <a:defRPr lang="en-US" sz="2700" dirty="0"/>
            </a:lvl1pPr>
          </a:lstStyle>
          <a:p>
            <a:pPr marL="0" lvl="0" indent="0">
              <a:buNone/>
            </a:pPr>
            <a:endParaRPr lang="en-US"/>
          </a:p>
        </p:txBody>
      </p:sp>
      <p:sp>
        <p:nvSpPr>
          <p:cNvPr id="13" name="Picture Placeholder 47"/>
          <p:cNvSpPr>
            <a:spLocks noGrp="1"/>
          </p:cNvSpPr>
          <p:nvPr>
            <p:ph type="pic" sz="quarter" idx="13"/>
          </p:nvPr>
        </p:nvSpPr>
        <p:spPr>
          <a:xfrm>
            <a:off x="1392533" y="1296776"/>
            <a:ext cx="5981966" cy="3511196"/>
          </a:xfrm>
          <a:solidFill>
            <a:schemeClr val="bg1"/>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323476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43_Blank">
    <p:spTree>
      <p:nvGrpSpPr>
        <p:cNvPr id="1" name=""/>
        <p:cNvGrpSpPr/>
        <p:nvPr/>
      </p:nvGrpSpPr>
      <p:grpSpPr>
        <a:xfrm>
          <a:off x="0" y="0"/>
          <a:ext cx="0" cy="0"/>
          <a:chOff x="0" y="0"/>
          <a:chExt cx="0" cy="0"/>
        </a:xfrm>
      </p:grpSpPr>
      <p:sp>
        <p:nvSpPr>
          <p:cNvPr id="10" name="TextBox 9"/>
          <p:cNvSpPr txBox="1"/>
          <p:nvPr userDrawn="1"/>
        </p:nvSpPr>
        <p:spPr>
          <a:xfrm>
            <a:off x="17233260" y="9591393"/>
            <a:ext cx="474489" cy="369332"/>
          </a:xfrm>
          <a:prstGeom prst="rect">
            <a:avLst/>
          </a:prstGeom>
          <a:noFill/>
        </p:spPr>
        <p:txBody>
          <a:bodyPr wrap="none" rtlCol="0">
            <a:spAutoFit/>
          </a:bodyPr>
          <a:lstStyle>
            <a:defPPr>
              <a:defRPr lang="en-US"/>
            </a:defPPr>
            <a:lvl1pPr>
              <a:defRPr sz="1200" b="1" spc="20" baseline="0">
                <a:solidFill>
                  <a:schemeClr val="tx2"/>
                </a:solidFill>
                <a:latin typeface="Calibri" panose="020F0502020204030204" pitchFamily="34" charset="0"/>
                <a:cs typeface="Calibri" panose="020F0502020204030204" pitchFamily="34" charset="0"/>
              </a:defRPr>
            </a:lvl1pPr>
          </a:lstStyle>
          <a:p>
            <a:pPr lvl="0" algn="r"/>
            <a:fld id="{C7C71010-677A-489C-BB3F-CA8EBC4C3264}" type="slidenum">
              <a:rPr lang="id-ID" sz="1800" smtClean="0">
                <a:solidFill>
                  <a:schemeClr val="bg1"/>
                </a:solidFill>
                <a:latin typeface="Arial" panose="020B0604020202020204" pitchFamily="34" charset="0"/>
              </a:rPr>
              <a:pPr lvl="0" algn="r"/>
              <a:t>‹#›</a:t>
            </a:fld>
            <a:endParaRPr lang="id-ID" sz="1800">
              <a:solidFill>
                <a:schemeClr val="bg1"/>
              </a:solidFill>
              <a:latin typeface="Arial" panose="020B0604020202020204" pitchFamily="34" charset="0"/>
            </a:endParaRPr>
          </a:p>
        </p:txBody>
      </p:sp>
      <p:sp>
        <p:nvSpPr>
          <p:cNvPr id="50" name="Picture Placeholder 47"/>
          <p:cNvSpPr>
            <a:spLocks noGrp="1"/>
          </p:cNvSpPr>
          <p:nvPr>
            <p:ph type="pic" sz="quarter" idx="12"/>
          </p:nvPr>
        </p:nvSpPr>
        <p:spPr>
          <a:xfrm>
            <a:off x="10913501" y="2755712"/>
            <a:ext cx="5981966" cy="3511196"/>
          </a:xfrm>
          <a:solidFill>
            <a:schemeClr val="bg1">
              <a:alpha val="70000"/>
            </a:schemeClr>
          </a:solidFill>
        </p:spPr>
        <p:txBody>
          <a:bodyPr vert="horz" lIns="91440" tIns="45720" rIns="91440" bIns="45720" rtlCol="0">
            <a:normAutofit/>
          </a:bodyPr>
          <a:lstStyle>
            <a:lvl1pPr>
              <a:defRPr lang="en-US" sz="2700" dirty="0"/>
            </a:lvl1pPr>
          </a:lstStyle>
          <a:p>
            <a:pPr marL="0" lvl="0" indent="0">
              <a:buNone/>
            </a:pPr>
            <a:endParaRPr lang="en-US"/>
          </a:p>
        </p:txBody>
      </p:sp>
    </p:spTree>
    <p:extLst>
      <p:ext uri="{BB962C8B-B14F-4D97-AF65-F5344CB8AC3E}">
        <p14:creationId xmlns:p14="http://schemas.microsoft.com/office/powerpoint/2010/main" val="384752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4764500" y="2607245"/>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2400"/>
            </a:lvl1pPr>
          </a:lstStyle>
          <a:p>
            <a:endParaRPr lang="en-US"/>
          </a:p>
        </p:txBody>
      </p:sp>
      <p:sp>
        <p:nvSpPr>
          <p:cNvPr id="11" name="Picture Placeholder 10"/>
          <p:cNvSpPr>
            <a:spLocks noGrp="1"/>
          </p:cNvSpPr>
          <p:nvPr>
            <p:ph type="pic" sz="quarter" idx="11"/>
          </p:nvPr>
        </p:nvSpPr>
        <p:spPr>
          <a:xfrm>
            <a:off x="8684081" y="6409221"/>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2400"/>
            </a:lvl1pPr>
          </a:lstStyle>
          <a:p>
            <a:endParaRPr lang="en-US"/>
          </a:p>
        </p:txBody>
      </p:sp>
      <p:sp>
        <p:nvSpPr>
          <p:cNvPr id="14" name="Picture Placeholder 13"/>
          <p:cNvSpPr>
            <a:spLocks noGrp="1"/>
          </p:cNvSpPr>
          <p:nvPr>
            <p:ph type="pic" sz="quarter" idx="12"/>
          </p:nvPr>
        </p:nvSpPr>
        <p:spPr>
          <a:xfrm>
            <a:off x="12603665" y="2607245"/>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2400"/>
            </a:lvl1pPr>
          </a:lstStyle>
          <a:p>
            <a:endParaRPr lang="en-US"/>
          </a:p>
        </p:txBody>
      </p:sp>
    </p:spTree>
    <p:extLst>
      <p:ext uri="{BB962C8B-B14F-4D97-AF65-F5344CB8AC3E}">
        <p14:creationId xmlns:p14="http://schemas.microsoft.com/office/powerpoint/2010/main" val="462185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7_Title Slide">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a:xfrm>
            <a:off x="3422984" y="2607245"/>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1800"/>
            </a:lvl1pPr>
          </a:lstStyle>
          <a:p>
            <a:endParaRPr lang="en-US"/>
          </a:p>
        </p:txBody>
      </p:sp>
      <p:sp>
        <p:nvSpPr>
          <p:cNvPr id="15" name="Picture Placeholder 14"/>
          <p:cNvSpPr>
            <a:spLocks noGrp="1"/>
          </p:cNvSpPr>
          <p:nvPr>
            <p:ph type="pic" sz="quarter" idx="11"/>
          </p:nvPr>
        </p:nvSpPr>
        <p:spPr>
          <a:xfrm>
            <a:off x="8097252" y="6409223"/>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1800"/>
            </a:lvl1pPr>
          </a:lstStyle>
          <a:p>
            <a:endParaRPr lang="en-US"/>
          </a:p>
        </p:txBody>
      </p:sp>
      <p:sp>
        <p:nvSpPr>
          <p:cNvPr id="13" name="Picture Placeholder 12"/>
          <p:cNvSpPr>
            <a:spLocks noGrp="1"/>
          </p:cNvSpPr>
          <p:nvPr>
            <p:ph type="pic" sz="quarter" idx="12"/>
          </p:nvPr>
        </p:nvSpPr>
        <p:spPr>
          <a:xfrm>
            <a:off x="12771521" y="2607245"/>
            <a:ext cx="2093496" cy="2093496"/>
          </a:xfrm>
          <a:custGeom>
            <a:avLst/>
            <a:gdLst>
              <a:gd name="connsiteX0" fmla="*/ 697832 w 1395664"/>
              <a:gd name="connsiteY0" fmla="*/ 0 h 1395664"/>
              <a:gd name="connsiteX1" fmla="*/ 1395664 w 1395664"/>
              <a:gd name="connsiteY1" fmla="*/ 697832 h 1395664"/>
              <a:gd name="connsiteX2" fmla="*/ 697832 w 1395664"/>
              <a:gd name="connsiteY2" fmla="*/ 1395664 h 1395664"/>
              <a:gd name="connsiteX3" fmla="*/ 0 w 1395664"/>
              <a:gd name="connsiteY3" fmla="*/ 697832 h 1395664"/>
              <a:gd name="connsiteX4" fmla="*/ 697832 w 1395664"/>
              <a:gd name="connsiteY4" fmla="*/ 0 h 1395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64" h="1395664">
                <a:moveTo>
                  <a:pt x="697832" y="0"/>
                </a:moveTo>
                <a:cubicBezTo>
                  <a:pt x="1083234" y="0"/>
                  <a:pt x="1395664" y="312430"/>
                  <a:pt x="1395664" y="697832"/>
                </a:cubicBezTo>
                <a:cubicBezTo>
                  <a:pt x="1395664" y="1083234"/>
                  <a:pt x="1083234" y="1395664"/>
                  <a:pt x="697832" y="1395664"/>
                </a:cubicBezTo>
                <a:cubicBezTo>
                  <a:pt x="312430" y="1395664"/>
                  <a:pt x="0" y="1083234"/>
                  <a:pt x="0" y="697832"/>
                </a:cubicBezTo>
                <a:cubicBezTo>
                  <a:pt x="0" y="312430"/>
                  <a:pt x="312430" y="0"/>
                  <a:pt x="697832" y="0"/>
                </a:cubicBezTo>
                <a:close/>
              </a:path>
            </a:pathLst>
          </a:custGeom>
        </p:spPr>
        <p:txBody>
          <a:bodyPr wrap="square">
            <a:noAutofit/>
          </a:bodyPr>
          <a:lstStyle>
            <a:lvl1pPr>
              <a:defRPr sz="1800"/>
            </a:lvl1pPr>
          </a:lstStyle>
          <a:p>
            <a:endParaRPr lang="en-US"/>
          </a:p>
        </p:txBody>
      </p:sp>
    </p:spTree>
    <p:extLst>
      <p:ext uri="{BB962C8B-B14F-4D97-AF65-F5344CB8AC3E}">
        <p14:creationId xmlns:p14="http://schemas.microsoft.com/office/powerpoint/2010/main" val="39446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5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2B6458F-AC5B-49B2-AFF3-2D8E913964C2}"/>
              </a:ext>
            </a:extLst>
          </p:cNvPr>
          <p:cNvSpPr>
            <a:spLocks noGrp="1"/>
          </p:cNvSpPr>
          <p:nvPr>
            <p:ph type="pic" sz="quarter" idx="10"/>
          </p:nvPr>
        </p:nvSpPr>
        <p:spPr>
          <a:xfrm>
            <a:off x="0" y="-2"/>
            <a:ext cx="10432473" cy="10287000"/>
          </a:xfrm>
          <a:custGeom>
            <a:avLst/>
            <a:gdLst>
              <a:gd name="connsiteX0" fmla="*/ 0 w 6954982"/>
              <a:gd name="connsiteY0" fmla="*/ 0 h 6858000"/>
              <a:gd name="connsiteX1" fmla="*/ 6954982 w 6954982"/>
              <a:gd name="connsiteY1" fmla="*/ 0 h 6858000"/>
              <a:gd name="connsiteX2" fmla="*/ 6954982 w 6954982"/>
              <a:gd name="connsiteY2" fmla="*/ 6858000 h 6858000"/>
              <a:gd name="connsiteX3" fmla="*/ 0 w 695498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54982" h="6858000">
                <a:moveTo>
                  <a:pt x="0" y="0"/>
                </a:moveTo>
                <a:lnTo>
                  <a:pt x="6954982" y="0"/>
                </a:lnTo>
                <a:lnTo>
                  <a:pt x="6954982"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119752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7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920240" y="4811572"/>
            <a:ext cx="5400393" cy="4296731"/>
          </a:xfrm>
          <a:custGeom>
            <a:avLst/>
            <a:gdLst>
              <a:gd name="connsiteX0" fmla="*/ 0 w 3600262"/>
              <a:gd name="connsiteY0" fmla="*/ 0 h 2864487"/>
              <a:gd name="connsiteX1" fmla="*/ 3600262 w 3600262"/>
              <a:gd name="connsiteY1" fmla="*/ 0 h 2864487"/>
              <a:gd name="connsiteX2" fmla="*/ 3600262 w 3600262"/>
              <a:gd name="connsiteY2" fmla="*/ 2864487 h 2864487"/>
              <a:gd name="connsiteX3" fmla="*/ 0 w 3600262"/>
              <a:gd name="connsiteY3" fmla="*/ 2864487 h 2864487"/>
            </a:gdLst>
            <a:ahLst/>
            <a:cxnLst>
              <a:cxn ang="0">
                <a:pos x="connsiteX0" y="connsiteY0"/>
              </a:cxn>
              <a:cxn ang="0">
                <a:pos x="connsiteX1" y="connsiteY1"/>
              </a:cxn>
              <a:cxn ang="0">
                <a:pos x="connsiteX2" y="connsiteY2"/>
              </a:cxn>
              <a:cxn ang="0">
                <a:pos x="connsiteX3" y="connsiteY3"/>
              </a:cxn>
            </a:cxnLst>
            <a:rect l="l" t="t" r="r" b="b"/>
            <a:pathLst>
              <a:path w="3600262" h="2864487">
                <a:moveTo>
                  <a:pt x="0" y="0"/>
                </a:moveTo>
                <a:lnTo>
                  <a:pt x="3600262" y="0"/>
                </a:lnTo>
                <a:lnTo>
                  <a:pt x="3600262" y="2864487"/>
                </a:lnTo>
                <a:lnTo>
                  <a:pt x="0" y="2864487"/>
                </a:lnTo>
                <a:close/>
              </a:path>
            </a:pathLst>
          </a:custGeom>
        </p:spPr>
        <p:txBody>
          <a:bodyPr wrap="square">
            <a:noAutofit/>
          </a:bodyPr>
          <a:lstStyle/>
          <a:p>
            <a:endParaRPr lang="en-US"/>
          </a:p>
        </p:txBody>
      </p:sp>
    </p:spTree>
    <p:extLst>
      <p:ext uri="{BB962C8B-B14F-4D97-AF65-F5344CB8AC3E}">
        <p14:creationId xmlns:p14="http://schemas.microsoft.com/office/powerpoint/2010/main" val="86069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94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2912531" y="2382254"/>
            <a:ext cx="15375470" cy="6593304"/>
          </a:xfrm>
          <a:custGeom>
            <a:avLst/>
            <a:gdLst>
              <a:gd name="connsiteX0" fmla="*/ 0 w 10250313"/>
              <a:gd name="connsiteY0" fmla="*/ 0 h 4395536"/>
              <a:gd name="connsiteX1" fmla="*/ 10250313 w 10250313"/>
              <a:gd name="connsiteY1" fmla="*/ 0 h 4395536"/>
              <a:gd name="connsiteX2" fmla="*/ 10250313 w 10250313"/>
              <a:gd name="connsiteY2" fmla="*/ 4395536 h 4395536"/>
              <a:gd name="connsiteX3" fmla="*/ 0 w 10250313"/>
              <a:gd name="connsiteY3" fmla="*/ 4395536 h 4395536"/>
            </a:gdLst>
            <a:ahLst/>
            <a:cxnLst>
              <a:cxn ang="0">
                <a:pos x="connsiteX0" y="connsiteY0"/>
              </a:cxn>
              <a:cxn ang="0">
                <a:pos x="connsiteX1" y="connsiteY1"/>
              </a:cxn>
              <a:cxn ang="0">
                <a:pos x="connsiteX2" y="connsiteY2"/>
              </a:cxn>
              <a:cxn ang="0">
                <a:pos x="connsiteX3" y="connsiteY3"/>
              </a:cxn>
            </a:cxnLst>
            <a:rect l="l" t="t" r="r" b="b"/>
            <a:pathLst>
              <a:path w="10250313" h="4395536">
                <a:moveTo>
                  <a:pt x="0" y="0"/>
                </a:moveTo>
                <a:lnTo>
                  <a:pt x="10250313" y="0"/>
                </a:lnTo>
                <a:lnTo>
                  <a:pt x="10250313" y="4395536"/>
                </a:lnTo>
                <a:lnTo>
                  <a:pt x="0" y="4395536"/>
                </a:lnTo>
                <a:close/>
              </a:path>
            </a:pathLst>
          </a:custGeom>
        </p:spPr>
        <p:txBody>
          <a:bodyPr wrap="square">
            <a:noAutofit/>
          </a:bodyPr>
          <a:lstStyle/>
          <a:p>
            <a:endParaRPr lang="en-US"/>
          </a:p>
        </p:txBody>
      </p:sp>
    </p:spTree>
    <p:extLst>
      <p:ext uri="{BB962C8B-B14F-4D97-AF65-F5344CB8AC3E}">
        <p14:creationId xmlns:p14="http://schemas.microsoft.com/office/powerpoint/2010/main" val="183550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AEFA3393-241F-4419-B349-9D254AB95DFE}"/>
              </a:ext>
            </a:extLst>
          </p:cNvPr>
          <p:cNvSpPr>
            <a:spLocks noGrp="1"/>
          </p:cNvSpPr>
          <p:nvPr>
            <p:ph type="pic" sz="quarter" idx="10"/>
          </p:nvPr>
        </p:nvSpPr>
        <p:spPr>
          <a:xfrm>
            <a:off x="1853648" y="2756040"/>
            <a:ext cx="10323809" cy="3485961"/>
          </a:xfrm>
          <a:custGeom>
            <a:avLst/>
            <a:gdLst>
              <a:gd name="connsiteX0" fmla="*/ 0 w 6882539"/>
              <a:gd name="connsiteY0" fmla="*/ 0 h 2323974"/>
              <a:gd name="connsiteX1" fmla="*/ 6882539 w 6882539"/>
              <a:gd name="connsiteY1" fmla="*/ 0 h 2323974"/>
              <a:gd name="connsiteX2" fmla="*/ 6882539 w 6882539"/>
              <a:gd name="connsiteY2" fmla="*/ 2323974 h 2323974"/>
              <a:gd name="connsiteX3" fmla="*/ 0 w 6882539"/>
              <a:gd name="connsiteY3" fmla="*/ 2323974 h 2323974"/>
            </a:gdLst>
            <a:ahLst/>
            <a:cxnLst>
              <a:cxn ang="0">
                <a:pos x="connsiteX0" y="connsiteY0"/>
              </a:cxn>
              <a:cxn ang="0">
                <a:pos x="connsiteX1" y="connsiteY1"/>
              </a:cxn>
              <a:cxn ang="0">
                <a:pos x="connsiteX2" y="connsiteY2"/>
              </a:cxn>
              <a:cxn ang="0">
                <a:pos x="connsiteX3" y="connsiteY3"/>
              </a:cxn>
            </a:cxnLst>
            <a:rect l="l" t="t" r="r" b="b"/>
            <a:pathLst>
              <a:path w="6882539" h="2323974">
                <a:moveTo>
                  <a:pt x="0" y="0"/>
                </a:moveTo>
                <a:lnTo>
                  <a:pt x="6882539" y="0"/>
                </a:lnTo>
                <a:lnTo>
                  <a:pt x="6882539" y="2323974"/>
                </a:lnTo>
                <a:lnTo>
                  <a:pt x="0" y="2323974"/>
                </a:lnTo>
                <a:close/>
              </a:path>
            </a:pathLst>
          </a:custGeom>
        </p:spPr>
        <p:txBody>
          <a:bodyPr wrap="square">
            <a:noAutofit/>
          </a:bodyPr>
          <a:lstStyle/>
          <a:p>
            <a:endParaRPr lang="en-US"/>
          </a:p>
        </p:txBody>
      </p:sp>
    </p:spTree>
    <p:extLst>
      <p:ext uri="{BB962C8B-B14F-4D97-AF65-F5344CB8AC3E}">
        <p14:creationId xmlns:p14="http://schemas.microsoft.com/office/powerpoint/2010/main" val="20118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B20D4E3-0A36-4276-941D-CF340F3D8DDA}"/>
              </a:ext>
            </a:extLst>
          </p:cNvPr>
          <p:cNvSpPr>
            <a:spLocks noGrp="1"/>
          </p:cNvSpPr>
          <p:nvPr>
            <p:ph type="pic" sz="quarter" idx="10"/>
          </p:nvPr>
        </p:nvSpPr>
        <p:spPr>
          <a:xfrm>
            <a:off x="4506145" y="5322404"/>
            <a:ext cx="10847927" cy="3781839"/>
          </a:xfrm>
          <a:custGeom>
            <a:avLst/>
            <a:gdLst>
              <a:gd name="connsiteX0" fmla="*/ 0 w 7231951"/>
              <a:gd name="connsiteY0" fmla="*/ 0 h 2521226"/>
              <a:gd name="connsiteX1" fmla="*/ 7231951 w 7231951"/>
              <a:gd name="connsiteY1" fmla="*/ 0 h 2521226"/>
              <a:gd name="connsiteX2" fmla="*/ 7231951 w 7231951"/>
              <a:gd name="connsiteY2" fmla="*/ 2521226 h 2521226"/>
              <a:gd name="connsiteX3" fmla="*/ 0 w 7231951"/>
              <a:gd name="connsiteY3" fmla="*/ 2521226 h 2521226"/>
            </a:gdLst>
            <a:ahLst/>
            <a:cxnLst>
              <a:cxn ang="0">
                <a:pos x="connsiteX0" y="connsiteY0"/>
              </a:cxn>
              <a:cxn ang="0">
                <a:pos x="connsiteX1" y="connsiteY1"/>
              </a:cxn>
              <a:cxn ang="0">
                <a:pos x="connsiteX2" y="connsiteY2"/>
              </a:cxn>
              <a:cxn ang="0">
                <a:pos x="connsiteX3" y="connsiteY3"/>
              </a:cxn>
            </a:cxnLst>
            <a:rect l="l" t="t" r="r" b="b"/>
            <a:pathLst>
              <a:path w="7231951" h="2521226">
                <a:moveTo>
                  <a:pt x="0" y="0"/>
                </a:moveTo>
                <a:lnTo>
                  <a:pt x="7231951" y="0"/>
                </a:lnTo>
                <a:lnTo>
                  <a:pt x="7231951" y="2521226"/>
                </a:lnTo>
                <a:lnTo>
                  <a:pt x="0" y="2521226"/>
                </a:lnTo>
                <a:close/>
              </a:path>
            </a:pathLst>
          </a:custGeom>
        </p:spPr>
        <p:txBody>
          <a:bodyPr wrap="square">
            <a:noAutofit/>
          </a:bodyPr>
          <a:lstStyle/>
          <a:p>
            <a:endParaRPr lang="en-US"/>
          </a:p>
        </p:txBody>
      </p:sp>
    </p:spTree>
    <p:extLst>
      <p:ext uri="{BB962C8B-B14F-4D97-AF65-F5344CB8AC3E}">
        <p14:creationId xmlns:p14="http://schemas.microsoft.com/office/powerpoint/2010/main" val="3733248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5_Vertical Title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518A930-BDD6-4767-B233-89F2FF3B1881}"/>
              </a:ext>
            </a:extLst>
          </p:cNvPr>
          <p:cNvSpPr>
            <a:spLocks noGrp="1"/>
          </p:cNvSpPr>
          <p:nvPr>
            <p:ph type="pic" sz="quarter" idx="10"/>
          </p:nvPr>
        </p:nvSpPr>
        <p:spPr>
          <a:xfrm>
            <a:off x="1311966" y="2800241"/>
            <a:ext cx="7513983" cy="6043235"/>
          </a:xfrm>
          <a:custGeom>
            <a:avLst/>
            <a:gdLst>
              <a:gd name="connsiteX0" fmla="*/ 0 w 5009322"/>
              <a:gd name="connsiteY0" fmla="*/ 0 h 4028823"/>
              <a:gd name="connsiteX1" fmla="*/ 5009322 w 5009322"/>
              <a:gd name="connsiteY1" fmla="*/ 0 h 4028823"/>
              <a:gd name="connsiteX2" fmla="*/ 5009322 w 5009322"/>
              <a:gd name="connsiteY2" fmla="*/ 4028823 h 4028823"/>
              <a:gd name="connsiteX3" fmla="*/ 0 w 5009322"/>
              <a:gd name="connsiteY3" fmla="*/ 4028823 h 4028823"/>
            </a:gdLst>
            <a:ahLst/>
            <a:cxnLst>
              <a:cxn ang="0">
                <a:pos x="connsiteX0" y="connsiteY0"/>
              </a:cxn>
              <a:cxn ang="0">
                <a:pos x="connsiteX1" y="connsiteY1"/>
              </a:cxn>
              <a:cxn ang="0">
                <a:pos x="connsiteX2" y="connsiteY2"/>
              </a:cxn>
              <a:cxn ang="0">
                <a:pos x="connsiteX3" y="connsiteY3"/>
              </a:cxn>
            </a:cxnLst>
            <a:rect l="l" t="t" r="r" b="b"/>
            <a:pathLst>
              <a:path w="5009322" h="4028823">
                <a:moveTo>
                  <a:pt x="0" y="0"/>
                </a:moveTo>
                <a:lnTo>
                  <a:pt x="5009322" y="0"/>
                </a:lnTo>
                <a:lnTo>
                  <a:pt x="5009322" y="4028823"/>
                </a:lnTo>
                <a:lnTo>
                  <a:pt x="0" y="4028823"/>
                </a:lnTo>
                <a:close/>
              </a:path>
            </a:pathLst>
          </a:custGeom>
        </p:spPr>
        <p:txBody>
          <a:bodyPr wrap="square">
            <a:noAutofit/>
          </a:bodyPr>
          <a:lstStyle/>
          <a:p>
            <a:endParaRPr lang="en-US"/>
          </a:p>
        </p:txBody>
      </p:sp>
    </p:spTree>
    <p:extLst>
      <p:ext uri="{BB962C8B-B14F-4D97-AF65-F5344CB8AC3E}">
        <p14:creationId xmlns:p14="http://schemas.microsoft.com/office/powerpoint/2010/main" val="281012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_Vertical Title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B0B9619-2D09-48FA-B03B-53A59389118B}"/>
              </a:ext>
            </a:extLst>
          </p:cNvPr>
          <p:cNvSpPr>
            <a:spLocks noGrp="1"/>
          </p:cNvSpPr>
          <p:nvPr>
            <p:ph type="pic" sz="quarter" idx="10"/>
          </p:nvPr>
        </p:nvSpPr>
        <p:spPr>
          <a:xfrm>
            <a:off x="6132935" y="2793797"/>
            <a:ext cx="9193205" cy="3199497"/>
          </a:xfrm>
          <a:custGeom>
            <a:avLst/>
            <a:gdLst>
              <a:gd name="connsiteX0" fmla="*/ 0 w 6128803"/>
              <a:gd name="connsiteY0" fmla="*/ 0 h 2132998"/>
              <a:gd name="connsiteX1" fmla="*/ 6128803 w 6128803"/>
              <a:gd name="connsiteY1" fmla="*/ 0 h 2132998"/>
              <a:gd name="connsiteX2" fmla="*/ 6128803 w 6128803"/>
              <a:gd name="connsiteY2" fmla="*/ 2132998 h 2132998"/>
              <a:gd name="connsiteX3" fmla="*/ 0 w 6128803"/>
              <a:gd name="connsiteY3" fmla="*/ 2132998 h 2132998"/>
            </a:gdLst>
            <a:ahLst/>
            <a:cxnLst>
              <a:cxn ang="0">
                <a:pos x="connsiteX0" y="connsiteY0"/>
              </a:cxn>
              <a:cxn ang="0">
                <a:pos x="connsiteX1" y="connsiteY1"/>
              </a:cxn>
              <a:cxn ang="0">
                <a:pos x="connsiteX2" y="connsiteY2"/>
              </a:cxn>
              <a:cxn ang="0">
                <a:pos x="connsiteX3" y="connsiteY3"/>
              </a:cxn>
            </a:cxnLst>
            <a:rect l="l" t="t" r="r" b="b"/>
            <a:pathLst>
              <a:path w="6128803" h="2132998">
                <a:moveTo>
                  <a:pt x="0" y="0"/>
                </a:moveTo>
                <a:lnTo>
                  <a:pt x="6128803" y="0"/>
                </a:lnTo>
                <a:lnTo>
                  <a:pt x="6128803" y="2132998"/>
                </a:lnTo>
                <a:lnTo>
                  <a:pt x="0" y="2132998"/>
                </a:lnTo>
                <a:close/>
              </a:path>
            </a:pathLst>
          </a:custGeom>
        </p:spPr>
        <p:txBody>
          <a:bodyPr wrap="square">
            <a:noAutofit/>
          </a:bodyPr>
          <a:lstStyle/>
          <a:p>
            <a:endParaRPr lang="en-US"/>
          </a:p>
        </p:txBody>
      </p:sp>
    </p:spTree>
    <p:extLst>
      <p:ext uri="{BB962C8B-B14F-4D97-AF65-F5344CB8AC3E}">
        <p14:creationId xmlns:p14="http://schemas.microsoft.com/office/powerpoint/2010/main" val="319093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_Vertical Title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77325BF-22C0-42F6-8125-FE8B6C58E296}"/>
              </a:ext>
            </a:extLst>
          </p:cNvPr>
          <p:cNvSpPr>
            <a:spLocks noGrp="1"/>
          </p:cNvSpPr>
          <p:nvPr>
            <p:ph type="pic" sz="quarter" idx="10"/>
          </p:nvPr>
        </p:nvSpPr>
        <p:spPr>
          <a:xfrm>
            <a:off x="1243535" y="2604166"/>
            <a:ext cx="7581902" cy="6300855"/>
          </a:xfrm>
          <a:custGeom>
            <a:avLst/>
            <a:gdLst>
              <a:gd name="connsiteX0" fmla="*/ 4729961 w 5054601"/>
              <a:gd name="connsiteY0" fmla="*/ 2413833 h 4200570"/>
              <a:gd name="connsiteX1" fmla="*/ 4959516 w 5054601"/>
              <a:gd name="connsiteY1" fmla="*/ 2508918 h 4200570"/>
              <a:gd name="connsiteX2" fmla="*/ 4959516 w 5054601"/>
              <a:gd name="connsiteY2" fmla="*/ 2968028 h 4200570"/>
              <a:gd name="connsiteX3" fmla="*/ 4456144 w 5054601"/>
              <a:gd name="connsiteY3" fmla="*/ 3471401 h 4200570"/>
              <a:gd name="connsiteX4" fmla="*/ 3997033 w 5054601"/>
              <a:gd name="connsiteY4" fmla="*/ 3471400 h 4200570"/>
              <a:gd name="connsiteX5" fmla="*/ 3997033 w 5054601"/>
              <a:gd name="connsiteY5" fmla="*/ 3012290 h 4200570"/>
              <a:gd name="connsiteX6" fmla="*/ 4500405 w 5054601"/>
              <a:gd name="connsiteY6" fmla="*/ 2508917 h 4200570"/>
              <a:gd name="connsiteX7" fmla="*/ 4729961 w 5054601"/>
              <a:gd name="connsiteY7" fmla="*/ 2413833 h 4200570"/>
              <a:gd name="connsiteX8" fmla="*/ 3176485 w 5054601"/>
              <a:gd name="connsiteY8" fmla="*/ 1994637 h 4200570"/>
              <a:gd name="connsiteX9" fmla="*/ 3406041 w 5054601"/>
              <a:gd name="connsiteY9" fmla="*/ 2089722 h 4200570"/>
              <a:gd name="connsiteX10" fmla="*/ 3406041 w 5054601"/>
              <a:gd name="connsiteY10" fmla="*/ 2548833 h 4200570"/>
              <a:gd name="connsiteX11" fmla="*/ 1849388 w 5054601"/>
              <a:gd name="connsiteY11" fmla="*/ 4105485 h 4200570"/>
              <a:gd name="connsiteX12" fmla="*/ 1390278 w 5054601"/>
              <a:gd name="connsiteY12" fmla="*/ 4105485 h 4200570"/>
              <a:gd name="connsiteX13" fmla="*/ 1390278 w 5054601"/>
              <a:gd name="connsiteY13" fmla="*/ 3646375 h 4200570"/>
              <a:gd name="connsiteX14" fmla="*/ 2946931 w 5054601"/>
              <a:gd name="connsiteY14" fmla="*/ 2089722 h 4200570"/>
              <a:gd name="connsiteX15" fmla="*/ 3176485 w 5054601"/>
              <a:gd name="connsiteY15" fmla="*/ 1994637 h 4200570"/>
              <a:gd name="connsiteX16" fmla="*/ 4620973 w 5054601"/>
              <a:gd name="connsiteY16" fmla="*/ 1544680 h 4200570"/>
              <a:gd name="connsiteX17" fmla="*/ 4850529 w 5054601"/>
              <a:gd name="connsiteY17" fmla="*/ 1639765 h 4200570"/>
              <a:gd name="connsiteX18" fmla="*/ 4850529 w 5054601"/>
              <a:gd name="connsiteY18" fmla="*/ 2098875 h 4200570"/>
              <a:gd name="connsiteX19" fmla="*/ 3293876 w 5054601"/>
              <a:gd name="connsiteY19" fmla="*/ 3655528 h 4200570"/>
              <a:gd name="connsiteX20" fmla="*/ 2834766 w 5054601"/>
              <a:gd name="connsiteY20" fmla="*/ 3655528 h 4200570"/>
              <a:gd name="connsiteX21" fmla="*/ 2834766 w 5054601"/>
              <a:gd name="connsiteY21" fmla="*/ 3196418 h 4200570"/>
              <a:gd name="connsiteX22" fmla="*/ 4391418 w 5054601"/>
              <a:gd name="connsiteY22" fmla="*/ 1639765 h 4200570"/>
              <a:gd name="connsiteX23" fmla="*/ 4620973 w 5054601"/>
              <a:gd name="connsiteY23" fmla="*/ 1544680 h 4200570"/>
              <a:gd name="connsiteX24" fmla="*/ 1881292 w 5054601"/>
              <a:gd name="connsiteY24" fmla="*/ 1280661 h 4200570"/>
              <a:gd name="connsiteX25" fmla="*/ 2110848 w 5054601"/>
              <a:gd name="connsiteY25" fmla="*/ 1375745 h 4200570"/>
              <a:gd name="connsiteX26" fmla="*/ 2110848 w 5054601"/>
              <a:gd name="connsiteY26" fmla="*/ 1834856 h 4200570"/>
              <a:gd name="connsiteX27" fmla="*/ 554196 w 5054601"/>
              <a:gd name="connsiteY27" fmla="*/ 3391509 h 4200570"/>
              <a:gd name="connsiteX28" fmla="*/ 95085 w 5054601"/>
              <a:gd name="connsiteY28" fmla="*/ 3391508 h 4200570"/>
              <a:gd name="connsiteX29" fmla="*/ 95085 w 5054601"/>
              <a:gd name="connsiteY29" fmla="*/ 2932398 h 4200570"/>
              <a:gd name="connsiteX30" fmla="*/ 1651737 w 5054601"/>
              <a:gd name="connsiteY30" fmla="*/ 1375745 h 4200570"/>
              <a:gd name="connsiteX31" fmla="*/ 1881292 w 5054601"/>
              <a:gd name="connsiteY31" fmla="*/ 1280661 h 4200570"/>
              <a:gd name="connsiteX32" fmla="*/ 3118728 w 5054601"/>
              <a:gd name="connsiteY32" fmla="*/ 1041561 h 4200570"/>
              <a:gd name="connsiteX33" fmla="*/ 3348284 w 5054601"/>
              <a:gd name="connsiteY33" fmla="*/ 1136646 h 4200570"/>
              <a:gd name="connsiteX34" fmla="*/ 3348284 w 5054601"/>
              <a:gd name="connsiteY34" fmla="*/ 1595757 h 4200570"/>
              <a:gd name="connsiteX35" fmla="*/ 1791631 w 5054601"/>
              <a:gd name="connsiteY35" fmla="*/ 3152409 h 4200570"/>
              <a:gd name="connsiteX36" fmla="*/ 1332521 w 5054601"/>
              <a:gd name="connsiteY36" fmla="*/ 3152409 h 4200570"/>
              <a:gd name="connsiteX37" fmla="*/ 1332521 w 5054601"/>
              <a:gd name="connsiteY37" fmla="*/ 2693299 h 4200570"/>
              <a:gd name="connsiteX38" fmla="*/ 2889173 w 5054601"/>
              <a:gd name="connsiteY38" fmla="*/ 1136646 h 4200570"/>
              <a:gd name="connsiteX39" fmla="*/ 3118728 w 5054601"/>
              <a:gd name="connsiteY39" fmla="*/ 1041561 h 4200570"/>
              <a:gd name="connsiteX40" fmla="*/ 4155728 w 5054601"/>
              <a:gd name="connsiteY40" fmla="*/ 979917 h 4200570"/>
              <a:gd name="connsiteX41" fmla="*/ 4385284 w 5054601"/>
              <a:gd name="connsiteY41" fmla="*/ 1075001 h 4200570"/>
              <a:gd name="connsiteX42" fmla="*/ 4385284 w 5054601"/>
              <a:gd name="connsiteY42" fmla="*/ 1534112 h 4200570"/>
              <a:gd name="connsiteX43" fmla="*/ 3881911 w 5054601"/>
              <a:gd name="connsiteY43" fmla="*/ 2037484 h 4200570"/>
              <a:gd name="connsiteX44" fmla="*/ 3422800 w 5054601"/>
              <a:gd name="connsiteY44" fmla="*/ 2037484 h 4200570"/>
              <a:gd name="connsiteX45" fmla="*/ 3422800 w 5054601"/>
              <a:gd name="connsiteY45" fmla="*/ 1578373 h 4200570"/>
              <a:gd name="connsiteX46" fmla="*/ 3926173 w 5054601"/>
              <a:gd name="connsiteY46" fmla="*/ 1075001 h 4200570"/>
              <a:gd name="connsiteX47" fmla="*/ 4155728 w 5054601"/>
              <a:gd name="connsiteY47" fmla="*/ 979917 h 4200570"/>
              <a:gd name="connsiteX48" fmla="*/ 2847091 w 5054601"/>
              <a:gd name="connsiteY48" fmla="*/ 276676 h 4200570"/>
              <a:gd name="connsiteX49" fmla="*/ 3076646 w 5054601"/>
              <a:gd name="connsiteY49" fmla="*/ 371760 h 4200570"/>
              <a:gd name="connsiteX50" fmla="*/ 3076646 w 5054601"/>
              <a:gd name="connsiteY50" fmla="*/ 830871 h 4200570"/>
              <a:gd name="connsiteX51" fmla="*/ 2573273 w 5054601"/>
              <a:gd name="connsiteY51" fmla="*/ 1334243 h 4200570"/>
              <a:gd name="connsiteX52" fmla="*/ 2114163 w 5054601"/>
              <a:gd name="connsiteY52" fmla="*/ 1334243 h 4200570"/>
              <a:gd name="connsiteX53" fmla="*/ 2114163 w 5054601"/>
              <a:gd name="connsiteY53" fmla="*/ 875133 h 4200570"/>
              <a:gd name="connsiteX54" fmla="*/ 2617536 w 5054601"/>
              <a:gd name="connsiteY54" fmla="*/ 371760 h 4200570"/>
              <a:gd name="connsiteX55" fmla="*/ 2847091 w 5054601"/>
              <a:gd name="connsiteY55" fmla="*/ 276676 h 4200570"/>
              <a:gd name="connsiteX56" fmla="*/ 1881294 w 5054601"/>
              <a:gd name="connsiteY56" fmla="*/ 273496 h 4200570"/>
              <a:gd name="connsiteX57" fmla="*/ 2110848 w 5054601"/>
              <a:gd name="connsiteY57" fmla="*/ 368580 h 4200570"/>
              <a:gd name="connsiteX58" fmla="*/ 2110848 w 5054601"/>
              <a:gd name="connsiteY58" fmla="*/ 827690 h 4200570"/>
              <a:gd name="connsiteX59" fmla="*/ 554196 w 5054601"/>
              <a:gd name="connsiteY59" fmla="*/ 2384343 h 4200570"/>
              <a:gd name="connsiteX60" fmla="*/ 95086 w 5054601"/>
              <a:gd name="connsiteY60" fmla="*/ 2384343 h 4200570"/>
              <a:gd name="connsiteX61" fmla="*/ 95086 w 5054601"/>
              <a:gd name="connsiteY61" fmla="*/ 1925233 h 4200570"/>
              <a:gd name="connsiteX62" fmla="*/ 1651738 w 5054601"/>
              <a:gd name="connsiteY62" fmla="*/ 368580 h 4200570"/>
              <a:gd name="connsiteX63" fmla="*/ 1881294 w 5054601"/>
              <a:gd name="connsiteY63" fmla="*/ 273496 h 4200570"/>
              <a:gd name="connsiteX64" fmla="*/ 866241 w 5054601"/>
              <a:gd name="connsiteY64" fmla="*/ 250378 h 4200570"/>
              <a:gd name="connsiteX65" fmla="*/ 1095797 w 5054601"/>
              <a:gd name="connsiteY65" fmla="*/ 345464 h 4200570"/>
              <a:gd name="connsiteX66" fmla="*/ 1095797 w 5054601"/>
              <a:gd name="connsiteY66" fmla="*/ 804574 h 4200570"/>
              <a:gd name="connsiteX67" fmla="*/ 592425 w 5054601"/>
              <a:gd name="connsiteY67" fmla="*/ 1307946 h 4200570"/>
              <a:gd name="connsiteX68" fmla="*/ 133314 w 5054601"/>
              <a:gd name="connsiteY68" fmla="*/ 1307946 h 4200570"/>
              <a:gd name="connsiteX69" fmla="*/ 133314 w 5054601"/>
              <a:gd name="connsiteY69" fmla="*/ 848836 h 4200570"/>
              <a:gd name="connsiteX70" fmla="*/ 636687 w 5054601"/>
              <a:gd name="connsiteY70" fmla="*/ 345464 h 4200570"/>
              <a:gd name="connsiteX71" fmla="*/ 866241 w 5054601"/>
              <a:gd name="connsiteY71" fmla="*/ 250378 h 4200570"/>
              <a:gd name="connsiteX72" fmla="*/ 4062150 w 5054601"/>
              <a:gd name="connsiteY72" fmla="*/ 0 h 4200570"/>
              <a:gd name="connsiteX73" fmla="*/ 4291706 w 5054601"/>
              <a:gd name="connsiteY73" fmla="*/ 95085 h 4200570"/>
              <a:gd name="connsiteX74" fmla="*/ 4291705 w 5054601"/>
              <a:gd name="connsiteY74" fmla="*/ 554195 h 4200570"/>
              <a:gd name="connsiteX75" fmla="*/ 3788333 w 5054601"/>
              <a:gd name="connsiteY75" fmla="*/ 1057567 h 4200570"/>
              <a:gd name="connsiteX76" fmla="*/ 3329222 w 5054601"/>
              <a:gd name="connsiteY76" fmla="*/ 1057567 h 4200570"/>
              <a:gd name="connsiteX77" fmla="*/ 3329222 w 5054601"/>
              <a:gd name="connsiteY77" fmla="*/ 598457 h 4200570"/>
              <a:gd name="connsiteX78" fmla="*/ 3832594 w 5054601"/>
              <a:gd name="connsiteY78" fmla="*/ 95085 h 4200570"/>
              <a:gd name="connsiteX79" fmla="*/ 4062150 w 5054601"/>
              <a:gd name="connsiteY79" fmla="*/ 0 h 420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054601" h="4200570">
                <a:moveTo>
                  <a:pt x="4729961" y="2413833"/>
                </a:moveTo>
                <a:cubicBezTo>
                  <a:pt x="4813044" y="2413833"/>
                  <a:pt x="4896126" y="2445528"/>
                  <a:pt x="4959516" y="2508918"/>
                </a:cubicBezTo>
                <a:cubicBezTo>
                  <a:pt x="5086296" y="2635697"/>
                  <a:pt x="5086296" y="2841248"/>
                  <a:pt x="4959516" y="2968028"/>
                </a:cubicBezTo>
                <a:lnTo>
                  <a:pt x="4456144" y="3471401"/>
                </a:lnTo>
                <a:cubicBezTo>
                  <a:pt x="4329364" y="3598181"/>
                  <a:pt x="4123813" y="3598180"/>
                  <a:pt x="3997033" y="3471400"/>
                </a:cubicBezTo>
                <a:cubicBezTo>
                  <a:pt x="3870253" y="3344620"/>
                  <a:pt x="3870253" y="3139070"/>
                  <a:pt x="3997033" y="3012290"/>
                </a:cubicBezTo>
                <a:lnTo>
                  <a:pt x="4500405" y="2508917"/>
                </a:lnTo>
                <a:cubicBezTo>
                  <a:pt x="4563795" y="2445527"/>
                  <a:pt x="4646878" y="2413833"/>
                  <a:pt x="4729961" y="2413833"/>
                </a:cubicBezTo>
                <a:close/>
                <a:moveTo>
                  <a:pt x="3176485" y="1994637"/>
                </a:moveTo>
                <a:cubicBezTo>
                  <a:pt x="3259568" y="1994638"/>
                  <a:pt x="3342650" y="2026333"/>
                  <a:pt x="3406041" y="2089722"/>
                </a:cubicBezTo>
                <a:cubicBezTo>
                  <a:pt x="3532821" y="2216502"/>
                  <a:pt x="3532821" y="2422053"/>
                  <a:pt x="3406041" y="2548833"/>
                </a:cubicBezTo>
                <a:lnTo>
                  <a:pt x="1849388" y="4105485"/>
                </a:lnTo>
                <a:cubicBezTo>
                  <a:pt x="1722608" y="4232265"/>
                  <a:pt x="1517058" y="4232265"/>
                  <a:pt x="1390278" y="4105485"/>
                </a:cubicBezTo>
                <a:cubicBezTo>
                  <a:pt x="1263498" y="3978705"/>
                  <a:pt x="1263498" y="3773155"/>
                  <a:pt x="1390278" y="3646375"/>
                </a:cubicBezTo>
                <a:lnTo>
                  <a:pt x="2946931" y="2089722"/>
                </a:lnTo>
                <a:cubicBezTo>
                  <a:pt x="3010320" y="2026333"/>
                  <a:pt x="3093402" y="1994638"/>
                  <a:pt x="3176485" y="1994637"/>
                </a:cubicBezTo>
                <a:close/>
                <a:moveTo>
                  <a:pt x="4620973" y="1544680"/>
                </a:moveTo>
                <a:cubicBezTo>
                  <a:pt x="4704056" y="1544680"/>
                  <a:pt x="4787139" y="1576375"/>
                  <a:pt x="4850529" y="1639765"/>
                </a:cubicBezTo>
                <a:cubicBezTo>
                  <a:pt x="4977309" y="1766545"/>
                  <a:pt x="4977309" y="1972095"/>
                  <a:pt x="4850529" y="2098875"/>
                </a:cubicBezTo>
                <a:lnTo>
                  <a:pt x="3293876" y="3655528"/>
                </a:lnTo>
                <a:cubicBezTo>
                  <a:pt x="3167096" y="3782308"/>
                  <a:pt x="2961546" y="3782308"/>
                  <a:pt x="2834766" y="3655528"/>
                </a:cubicBezTo>
                <a:cubicBezTo>
                  <a:pt x="2707986" y="3528748"/>
                  <a:pt x="2707986" y="3323198"/>
                  <a:pt x="2834766" y="3196418"/>
                </a:cubicBezTo>
                <a:lnTo>
                  <a:pt x="4391418" y="1639765"/>
                </a:lnTo>
                <a:cubicBezTo>
                  <a:pt x="4454808" y="1576375"/>
                  <a:pt x="4537891" y="1544680"/>
                  <a:pt x="4620973" y="1544680"/>
                </a:cubicBezTo>
                <a:close/>
                <a:moveTo>
                  <a:pt x="1881292" y="1280661"/>
                </a:moveTo>
                <a:cubicBezTo>
                  <a:pt x="1964375" y="1280661"/>
                  <a:pt x="2047458" y="1312355"/>
                  <a:pt x="2110848" y="1375745"/>
                </a:cubicBezTo>
                <a:cubicBezTo>
                  <a:pt x="2237628" y="1502525"/>
                  <a:pt x="2237628" y="1708076"/>
                  <a:pt x="2110848" y="1834856"/>
                </a:cubicBezTo>
                <a:lnTo>
                  <a:pt x="554196" y="3391509"/>
                </a:lnTo>
                <a:cubicBezTo>
                  <a:pt x="427416" y="3518289"/>
                  <a:pt x="221865" y="3518288"/>
                  <a:pt x="95085" y="3391508"/>
                </a:cubicBezTo>
                <a:cubicBezTo>
                  <a:pt x="-31695" y="3264728"/>
                  <a:pt x="-31695" y="3059178"/>
                  <a:pt x="95085" y="2932398"/>
                </a:cubicBezTo>
                <a:lnTo>
                  <a:pt x="1651737" y="1375745"/>
                </a:lnTo>
                <a:cubicBezTo>
                  <a:pt x="1715127" y="1312355"/>
                  <a:pt x="1798209" y="1280660"/>
                  <a:pt x="1881292" y="1280661"/>
                </a:cubicBezTo>
                <a:close/>
                <a:moveTo>
                  <a:pt x="3118728" y="1041561"/>
                </a:moveTo>
                <a:cubicBezTo>
                  <a:pt x="3201811" y="1041562"/>
                  <a:pt x="3284894" y="1073256"/>
                  <a:pt x="3348284" y="1136646"/>
                </a:cubicBezTo>
                <a:cubicBezTo>
                  <a:pt x="3475064" y="1263426"/>
                  <a:pt x="3475064" y="1468977"/>
                  <a:pt x="3348284" y="1595757"/>
                </a:cubicBezTo>
                <a:lnTo>
                  <a:pt x="1791631" y="3152409"/>
                </a:lnTo>
                <a:cubicBezTo>
                  <a:pt x="1664851" y="3279189"/>
                  <a:pt x="1459301" y="3279189"/>
                  <a:pt x="1332521" y="3152409"/>
                </a:cubicBezTo>
                <a:cubicBezTo>
                  <a:pt x="1205741" y="3025629"/>
                  <a:pt x="1205741" y="2820079"/>
                  <a:pt x="1332521" y="2693299"/>
                </a:cubicBezTo>
                <a:lnTo>
                  <a:pt x="2889173" y="1136646"/>
                </a:lnTo>
                <a:cubicBezTo>
                  <a:pt x="2952563" y="1073256"/>
                  <a:pt x="3035646" y="1041561"/>
                  <a:pt x="3118728" y="1041561"/>
                </a:cubicBezTo>
                <a:close/>
                <a:moveTo>
                  <a:pt x="4155728" y="979917"/>
                </a:moveTo>
                <a:cubicBezTo>
                  <a:pt x="4238811" y="979917"/>
                  <a:pt x="4321894" y="1011611"/>
                  <a:pt x="4385284" y="1075001"/>
                </a:cubicBezTo>
                <a:cubicBezTo>
                  <a:pt x="4512064" y="1201781"/>
                  <a:pt x="4512064" y="1407332"/>
                  <a:pt x="4385284" y="1534112"/>
                </a:cubicBezTo>
                <a:lnTo>
                  <a:pt x="3881911" y="2037484"/>
                </a:lnTo>
                <a:cubicBezTo>
                  <a:pt x="3755131" y="2164264"/>
                  <a:pt x="3549580" y="2164264"/>
                  <a:pt x="3422800" y="2037484"/>
                </a:cubicBezTo>
                <a:cubicBezTo>
                  <a:pt x="3296021" y="1910704"/>
                  <a:pt x="3296021" y="1705154"/>
                  <a:pt x="3422800" y="1578373"/>
                </a:cubicBezTo>
                <a:lnTo>
                  <a:pt x="3926173" y="1075001"/>
                </a:lnTo>
                <a:cubicBezTo>
                  <a:pt x="3989563" y="1011611"/>
                  <a:pt x="4072645" y="979916"/>
                  <a:pt x="4155728" y="979917"/>
                </a:cubicBezTo>
                <a:close/>
                <a:moveTo>
                  <a:pt x="2847091" y="276676"/>
                </a:moveTo>
                <a:cubicBezTo>
                  <a:pt x="2930174" y="276675"/>
                  <a:pt x="3013256" y="308371"/>
                  <a:pt x="3076646" y="371760"/>
                </a:cubicBezTo>
                <a:cubicBezTo>
                  <a:pt x="3203426" y="498540"/>
                  <a:pt x="3203426" y="704091"/>
                  <a:pt x="3076646" y="830871"/>
                </a:cubicBezTo>
                <a:lnTo>
                  <a:pt x="2573273" y="1334243"/>
                </a:lnTo>
                <a:cubicBezTo>
                  <a:pt x="2446493" y="1461023"/>
                  <a:pt x="2240943" y="1461023"/>
                  <a:pt x="2114163" y="1334243"/>
                </a:cubicBezTo>
                <a:cubicBezTo>
                  <a:pt x="1987383" y="1207463"/>
                  <a:pt x="1987383" y="1001913"/>
                  <a:pt x="2114163" y="875133"/>
                </a:cubicBezTo>
                <a:lnTo>
                  <a:pt x="2617536" y="371760"/>
                </a:lnTo>
                <a:cubicBezTo>
                  <a:pt x="2680926" y="308371"/>
                  <a:pt x="2764008" y="276675"/>
                  <a:pt x="2847091" y="276676"/>
                </a:cubicBezTo>
                <a:close/>
                <a:moveTo>
                  <a:pt x="1881294" y="273496"/>
                </a:moveTo>
                <a:cubicBezTo>
                  <a:pt x="1964376" y="273496"/>
                  <a:pt x="2047459" y="305191"/>
                  <a:pt x="2110848" y="368580"/>
                </a:cubicBezTo>
                <a:cubicBezTo>
                  <a:pt x="2237628" y="495360"/>
                  <a:pt x="2237628" y="700910"/>
                  <a:pt x="2110848" y="827690"/>
                </a:cubicBezTo>
                <a:lnTo>
                  <a:pt x="554196" y="2384343"/>
                </a:lnTo>
                <a:cubicBezTo>
                  <a:pt x="427416" y="2511124"/>
                  <a:pt x="221866" y="2511124"/>
                  <a:pt x="95086" y="2384343"/>
                </a:cubicBezTo>
                <a:cubicBezTo>
                  <a:pt x="-31694" y="2257563"/>
                  <a:pt x="-31694" y="2052013"/>
                  <a:pt x="95086" y="1925233"/>
                </a:cubicBezTo>
                <a:lnTo>
                  <a:pt x="1651738" y="368580"/>
                </a:lnTo>
                <a:cubicBezTo>
                  <a:pt x="1715129" y="305191"/>
                  <a:pt x="1798210" y="273496"/>
                  <a:pt x="1881294" y="273496"/>
                </a:cubicBezTo>
                <a:close/>
                <a:moveTo>
                  <a:pt x="866241" y="250378"/>
                </a:moveTo>
                <a:cubicBezTo>
                  <a:pt x="949325" y="250378"/>
                  <a:pt x="1032407" y="282074"/>
                  <a:pt x="1095797" y="345464"/>
                </a:cubicBezTo>
                <a:cubicBezTo>
                  <a:pt x="1222577" y="472244"/>
                  <a:pt x="1222577" y="677794"/>
                  <a:pt x="1095797" y="804574"/>
                </a:cubicBezTo>
                <a:lnTo>
                  <a:pt x="592425" y="1307946"/>
                </a:lnTo>
                <a:cubicBezTo>
                  <a:pt x="465645" y="1434727"/>
                  <a:pt x="260094" y="1434727"/>
                  <a:pt x="133314" y="1307946"/>
                </a:cubicBezTo>
                <a:cubicBezTo>
                  <a:pt x="6534" y="1181166"/>
                  <a:pt x="6534" y="975616"/>
                  <a:pt x="133314" y="848836"/>
                </a:cubicBezTo>
                <a:lnTo>
                  <a:pt x="636687" y="345464"/>
                </a:lnTo>
                <a:cubicBezTo>
                  <a:pt x="700076" y="282073"/>
                  <a:pt x="783159" y="250378"/>
                  <a:pt x="866241" y="250378"/>
                </a:cubicBezTo>
                <a:close/>
                <a:moveTo>
                  <a:pt x="4062150" y="0"/>
                </a:moveTo>
                <a:cubicBezTo>
                  <a:pt x="4145233" y="-1"/>
                  <a:pt x="4228316" y="31695"/>
                  <a:pt x="4291706" y="95085"/>
                </a:cubicBezTo>
                <a:cubicBezTo>
                  <a:pt x="4418485" y="221864"/>
                  <a:pt x="4418486" y="427415"/>
                  <a:pt x="4291705" y="554195"/>
                </a:cubicBezTo>
                <a:lnTo>
                  <a:pt x="3788333" y="1057567"/>
                </a:lnTo>
                <a:cubicBezTo>
                  <a:pt x="3661553" y="1184347"/>
                  <a:pt x="3456002" y="1184347"/>
                  <a:pt x="3329222" y="1057567"/>
                </a:cubicBezTo>
                <a:cubicBezTo>
                  <a:pt x="3202442" y="930787"/>
                  <a:pt x="3202442" y="725237"/>
                  <a:pt x="3329222" y="598457"/>
                </a:cubicBezTo>
                <a:lnTo>
                  <a:pt x="3832594" y="95085"/>
                </a:lnTo>
                <a:cubicBezTo>
                  <a:pt x="3895984" y="31695"/>
                  <a:pt x="3979067" y="-1"/>
                  <a:pt x="4062150"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2030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18114-4C38-484D-A77F-F4F64CAB71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961006-43F1-4BAD-9CA9-898817857AA3}"/>
              </a:ext>
            </a:extLst>
          </p:cNvPr>
          <p:cNvSpPr>
            <a:spLocks noGrp="1"/>
          </p:cNvSpPr>
          <p:nvPr>
            <p:ph type="dt" sz="half" idx="10"/>
          </p:nvPr>
        </p:nvSpPr>
        <p:spPr/>
        <p:txBody>
          <a:bodyPr/>
          <a:lstStyle/>
          <a:p>
            <a:fld id="{E1C7E9C0-6B68-45D2-88AE-698C54445F4C}" type="datetime1">
              <a:rPr lang="en-US" smtClean="0"/>
              <a:t>12/4/2025</a:t>
            </a:fld>
            <a:endParaRPr lang="en-US"/>
          </a:p>
        </p:txBody>
      </p:sp>
      <p:sp>
        <p:nvSpPr>
          <p:cNvPr id="4" name="Footer Placeholder 3">
            <a:extLst>
              <a:ext uri="{FF2B5EF4-FFF2-40B4-BE49-F238E27FC236}">
                <a16:creationId xmlns:a16="http://schemas.microsoft.com/office/drawing/2014/main" id="{FD3CFB9F-BAB7-442F-A65F-BF294D9EEE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1C3046-E3D0-49F8-A580-3931E2648C13}"/>
              </a:ext>
            </a:extLst>
          </p:cNvPr>
          <p:cNvSpPr>
            <a:spLocks noGrp="1"/>
          </p:cNvSpPr>
          <p:nvPr>
            <p:ph type="sldNum" sz="quarter" idx="12"/>
          </p:nvPr>
        </p:nvSpPr>
        <p:spPr/>
        <p:txBody>
          <a:bodyPr/>
          <a:lstStyle/>
          <a:p>
            <a:fld id="{B9D55AC1-BDD8-46B4-BF02-EBE24CD1C861}" type="slidenum">
              <a:rPr lang="en-US" smtClean="0"/>
              <a:t>‹#›</a:t>
            </a:fld>
            <a:endParaRPr lang="en-US"/>
          </a:p>
        </p:txBody>
      </p:sp>
    </p:spTree>
    <p:extLst>
      <p:ext uri="{BB962C8B-B14F-4D97-AF65-F5344CB8AC3E}">
        <p14:creationId xmlns:p14="http://schemas.microsoft.com/office/powerpoint/2010/main" val="300834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02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738275" y="525780"/>
            <a:ext cx="5080536" cy="8936817"/>
          </a:xfrm>
          <a:custGeom>
            <a:avLst/>
            <a:gdLst>
              <a:gd name="connsiteX0" fmla="*/ 2251396 w 3387024"/>
              <a:gd name="connsiteY0" fmla="*/ 5837415 h 5957878"/>
              <a:gd name="connsiteX1" fmla="*/ 2314363 w 3387024"/>
              <a:gd name="connsiteY1" fmla="*/ 5929130 h 5957878"/>
              <a:gd name="connsiteX2" fmla="*/ 2318877 w 3387024"/>
              <a:gd name="connsiteY2" fmla="*/ 5942101 h 5957878"/>
              <a:gd name="connsiteX3" fmla="*/ 2323302 w 3387024"/>
              <a:gd name="connsiteY3" fmla="*/ 5957878 h 5957878"/>
              <a:gd name="connsiteX4" fmla="*/ 2290491 w 3387024"/>
              <a:gd name="connsiteY4" fmla="*/ 5915837 h 5957878"/>
              <a:gd name="connsiteX5" fmla="*/ 2260584 w 3387024"/>
              <a:gd name="connsiteY5" fmla="*/ 5874163 h 5957878"/>
              <a:gd name="connsiteX6" fmla="*/ 2254718 w 3387024"/>
              <a:gd name="connsiteY6" fmla="*/ 5848638 h 5957878"/>
              <a:gd name="connsiteX7" fmla="*/ 1579667 w 3387024"/>
              <a:gd name="connsiteY7" fmla="*/ 5735622 h 5957878"/>
              <a:gd name="connsiteX8" fmla="*/ 1582238 w 3387024"/>
              <a:gd name="connsiteY8" fmla="*/ 5740917 h 5957878"/>
              <a:gd name="connsiteX9" fmla="*/ 1578675 w 3387024"/>
              <a:gd name="connsiteY9" fmla="*/ 5737551 h 5957878"/>
              <a:gd name="connsiteX10" fmla="*/ 2606969 w 3387024"/>
              <a:gd name="connsiteY10" fmla="*/ 5687275 h 5957878"/>
              <a:gd name="connsiteX11" fmla="*/ 2614395 w 3387024"/>
              <a:gd name="connsiteY11" fmla="*/ 5687699 h 5957878"/>
              <a:gd name="connsiteX12" fmla="*/ 2606969 w 3387024"/>
              <a:gd name="connsiteY12" fmla="*/ 5687275 h 5957878"/>
              <a:gd name="connsiteX13" fmla="*/ 1675704 w 3387024"/>
              <a:gd name="connsiteY13" fmla="*/ 5676760 h 5957878"/>
              <a:gd name="connsiteX14" fmla="*/ 1682899 w 3387024"/>
              <a:gd name="connsiteY14" fmla="*/ 5682110 h 5957878"/>
              <a:gd name="connsiteX15" fmla="*/ 1681969 w 3387024"/>
              <a:gd name="connsiteY15" fmla="*/ 5682055 h 5957878"/>
              <a:gd name="connsiteX16" fmla="*/ 1682939 w 3387024"/>
              <a:gd name="connsiteY16" fmla="*/ 5684034 h 5957878"/>
              <a:gd name="connsiteX17" fmla="*/ 1680457 w 3387024"/>
              <a:gd name="connsiteY17" fmla="*/ 5691810 h 5957878"/>
              <a:gd name="connsiteX18" fmla="*/ 1675704 w 3387024"/>
              <a:gd name="connsiteY18" fmla="*/ 5676760 h 5957878"/>
              <a:gd name="connsiteX19" fmla="*/ 1675704 w 3387024"/>
              <a:gd name="connsiteY19" fmla="*/ 5667256 h 5957878"/>
              <a:gd name="connsiteX20" fmla="*/ 1675704 w 3387024"/>
              <a:gd name="connsiteY20" fmla="*/ 5676760 h 5957878"/>
              <a:gd name="connsiteX21" fmla="*/ 1675704 w 3387024"/>
              <a:gd name="connsiteY21" fmla="*/ 5667256 h 5957878"/>
              <a:gd name="connsiteX22" fmla="*/ 1735860 w 3387024"/>
              <a:gd name="connsiteY22" fmla="*/ 5658177 h 5957878"/>
              <a:gd name="connsiteX23" fmla="*/ 1748381 w 3387024"/>
              <a:gd name="connsiteY23" fmla="*/ 5676153 h 5957878"/>
              <a:gd name="connsiteX24" fmla="*/ 1757960 w 3387024"/>
              <a:gd name="connsiteY24" fmla="*/ 5689454 h 5957878"/>
              <a:gd name="connsiteX25" fmla="*/ 1762735 w 3387024"/>
              <a:gd name="connsiteY25" fmla="*/ 5704483 h 5957878"/>
              <a:gd name="connsiteX26" fmla="*/ 1758874 w 3387024"/>
              <a:gd name="connsiteY26" fmla="*/ 5721116 h 5957878"/>
              <a:gd name="connsiteX27" fmla="*/ 1738280 w 3387024"/>
              <a:gd name="connsiteY27" fmla="*/ 5666365 h 5957878"/>
              <a:gd name="connsiteX28" fmla="*/ 2600375 w 3387024"/>
              <a:gd name="connsiteY28" fmla="*/ 5657276 h 5957878"/>
              <a:gd name="connsiteX29" fmla="*/ 2602938 w 3387024"/>
              <a:gd name="connsiteY29" fmla="*/ 5666735 h 5957878"/>
              <a:gd name="connsiteX30" fmla="*/ 2600375 w 3387024"/>
              <a:gd name="connsiteY30" fmla="*/ 5657276 h 5957878"/>
              <a:gd name="connsiteX31" fmla="*/ 1767185 w 3387024"/>
              <a:gd name="connsiteY31" fmla="*/ 5647055 h 5957878"/>
              <a:gd name="connsiteX32" fmla="*/ 1768068 w 3387024"/>
              <a:gd name="connsiteY32" fmla="*/ 5648434 h 5957878"/>
              <a:gd name="connsiteX33" fmla="*/ 1817711 w 3387024"/>
              <a:gd name="connsiteY33" fmla="*/ 5742809 h 5957878"/>
              <a:gd name="connsiteX34" fmla="*/ 1809429 w 3387024"/>
              <a:gd name="connsiteY34" fmla="*/ 5738781 h 5957878"/>
              <a:gd name="connsiteX35" fmla="*/ 1796890 w 3387024"/>
              <a:gd name="connsiteY35" fmla="*/ 5724956 h 5957878"/>
              <a:gd name="connsiteX36" fmla="*/ 2348908 w 3387024"/>
              <a:gd name="connsiteY36" fmla="*/ 5610417 h 5957878"/>
              <a:gd name="connsiteX37" fmla="*/ 2348908 w 3387024"/>
              <a:gd name="connsiteY37" fmla="*/ 5610417 h 5957878"/>
              <a:gd name="connsiteX38" fmla="*/ 1916716 w 3387024"/>
              <a:gd name="connsiteY38" fmla="*/ 5598150 h 5957878"/>
              <a:gd name="connsiteX39" fmla="*/ 1960858 w 3387024"/>
              <a:gd name="connsiteY39" fmla="*/ 5674174 h 5957878"/>
              <a:gd name="connsiteX40" fmla="*/ 2021342 w 3387024"/>
              <a:gd name="connsiteY40" fmla="*/ 5756480 h 5957878"/>
              <a:gd name="connsiteX41" fmla="*/ 2037167 w 3387024"/>
              <a:gd name="connsiteY41" fmla="*/ 5783076 h 5957878"/>
              <a:gd name="connsiteX42" fmla="*/ 2038001 w 3387024"/>
              <a:gd name="connsiteY42" fmla="*/ 5786884 h 5957878"/>
              <a:gd name="connsiteX43" fmla="*/ 2038428 w 3387024"/>
              <a:gd name="connsiteY43" fmla="*/ 5794887 h 5957878"/>
              <a:gd name="connsiteX44" fmla="*/ 1986689 w 3387024"/>
              <a:gd name="connsiteY44" fmla="*/ 5726864 h 5957878"/>
              <a:gd name="connsiteX45" fmla="*/ 1949408 w 3387024"/>
              <a:gd name="connsiteY45" fmla="*/ 5674388 h 5957878"/>
              <a:gd name="connsiteX46" fmla="*/ 1943739 w 3387024"/>
              <a:gd name="connsiteY46" fmla="*/ 5666999 h 5957878"/>
              <a:gd name="connsiteX47" fmla="*/ 1805730 w 3387024"/>
              <a:gd name="connsiteY47" fmla="*/ 5561811 h 5957878"/>
              <a:gd name="connsiteX48" fmla="*/ 1801768 w 3387024"/>
              <a:gd name="connsiteY48" fmla="*/ 5573835 h 5957878"/>
              <a:gd name="connsiteX49" fmla="*/ 1798609 w 3387024"/>
              <a:gd name="connsiteY49" fmla="*/ 5562176 h 5957878"/>
              <a:gd name="connsiteX50" fmla="*/ 1805730 w 3387024"/>
              <a:gd name="connsiteY50" fmla="*/ 5561811 h 5957878"/>
              <a:gd name="connsiteX51" fmla="*/ 2080656 w 3387024"/>
              <a:gd name="connsiteY51" fmla="*/ 5560391 h 5957878"/>
              <a:gd name="connsiteX52" fmla="*/ 2097032 w 3387024"/>
              <a:gd name="connsiteY52" fmla="*/ 5583359 h 5957878"/>
              <a:gd name="connsiteX53" fmla="*/ 2161389 w 3387024"/>
              <a:gd name="connsiteY53" fmla="*/ 5700944 h 5957878"/>
              <a:gd name="connsiteX54" fmla="*/ 2196935 w 3387024"/>
              <a:gd name="connsiteY54" fmla="*/ 5755180 h 5957878"/>
              <a:gd name="connsiteX55" fmla="*/ 2195560 w 3387024"/>
              <a:gd name="connsiteY55" fmla="*/ 5754903 h 5957878"/>
              <a:gd name="connsiteX56" fmla="*/ 2205610 w 3387024"/>
              <a:gd name="connsiteY56" fmla="*/ 5790025 h 5957878"/>
              <a:gd name="connsiteX57" fmla="*/ 2209564 w 3387024"/>
              <a:gd name="connsiteY57" fmla="*/ 5803067 h 5957878"/>
              <a:gd name="connsiteX58" fmla="*/ 2197701 w 3387024"/>
              <a:gd name="connsiteY58" fmla="*/ 5786536 h 5957878"/>
              <a:gd name="connsiteX59" fmla="*/ 2123122 w 3387024"/>
              <a:gd name="connsiteY59" fmla="*/ 5675928 h 5957878"/>
              <a:gd name="connsiteX60" fmla="*/ 2106846 w 3387024"/>
              <a:gd name="connsiteY60" fmla="*/ 5625574 h 5957878"/>
              <a:gd name="connsiteX61" fmla="*/ 2598065 w 3387024"/>
              <a:gd name="connsiteY61" fmla="*/ 5537725 h 5957878"/>
              <a:gd name="connsiteX62" fmla="*/ 2601738 w 3387024"/>
              <a:gd name="connsiteY62" fmla="*/ 5541287 h 5957878"/>
              <a:gd name="connsiteX63" fmla="*/ 2604460 w 3387024"/>
              <a:gd name="connsiteY63" fmla="*/ 5544310 h 5957878"/>
              <a:gd name="connsiteX64" fmla="*/ 2608585 w 3387024"/>
              <a:gd name="connsiteY64" fmla="*/ 5552564 h 5957878"/>
              <a:gd name="connsiteX65" fmla="*/ 2598065 w 3387024"/>
              <a:gd name="connsiteY65" fmla="*/ 5537725 h 5957878"/>
              <a:gd name="connsiteX66" fmla="*/ 2039271 w 3387024"/>
              <a:gd name="connsiteY66" fmla="*/ 5524685 h 5957878"/>
              <a:gd name="connsiteX67" fmla="*/ 2039271 w 3387024"/>
              <a:gd name="connsiteY67" fmla="*/ 5524685 h 5957878"/>
              <a:gd name="connsiteX68" fmla="*/ 2028974 w 3387024"/>
              <a:gd name="connsiteY68" fmla="*/ 5500131 h 5957878"/>
              <a:gd name="connsiteX69" fmla="*/ 2028974 w 3387024"/>
              <a:gd name="connsiteY69" fmla="*/ 5500131 h 5957878"/>
              <a:gd name="connsiteX70" fmla="*/ 2923238 w 3387024"/>
              <a:gd name="connsiteY70" fmla="*/ 5485082 h 5957878"/>
              <a:gd name="connsiteX71" fmla="*/ 2923238 w 3387024"/>
              <a:gd name="connsiteY71" fmla="*/ 5485082 h 5957878"/>
              <a:gd name="connsiteX72" fmla="*/ 2915404 w 3387024"/>
              <a:gd name="connsiteY72" fmla="*/ 5465319 h 5957878"/>
              <a:gd name="connsiteX73" fmla="*/ 2917911 w 3387024"/>
              <a:gd name="connsiteY73" fmla="*/ 5468834 h 5957878"/>
              <a:gd name="connsiteX74" fmla="*/ 2923238 w 3387024"/>
              <a:gd name="connsiteY74" fmla="*/ 5485082 h 5957878"/>
              <a:gd name="connsiteX75" fmla="*/ 2932743 w 3387024"/>
              <a:gd name="connsiteY75" fmla="*/ 5446272 h 5957878"/>
              <a:gd name="connsiteX76" fmla="*/ 2932743 w 3387024"/>
              <a:gd name="connsiteY76" fmla="*/ 5446272 h 5957878"/>
              <a:gd name="connsiteX77" fmla="*/ 2013553 w 3387024"/>
              <a:gd name="connsiteY77" fmla="*/ 5401527 h 5957878"/>
              <a:gd name="connsiteX78" fmla="*/ 2019155 w 3387024"/>
              <a:gd name="connsiteY78" fmla="*/ 5410108 h 5957878"/>
              <a:gd name="connsiteX79" fmla="*/ 2062208 w 3387024"/>
              <a:gd name="connsiteY79" fmla="*/ 5497484 h 5957878"/>
              <a:gd name="connsiteX80" fmla="*/ 2054989 w 3387024"/>
              <a:gd name="connsiteY80" fmla="*/ 5494882 h 5957878"/>
              <a:gd name="connsiteX81" fmla="*/ 2051851 w 3387024"/>
              <a:gd name="connsiteY81" fmla="*/ 5492012 h 5957878"/>
              <a:gd name="connsiteX82" fmla="*/ 2273156 w 3387024"/>
              <a:gd name="connsiteY82" fmla="*/ 5352185 h 5957878"/>
              <a:gd name="connsiteX83" fmla="*/ 2275719 w 3387024"/>
              <a:gd name="connsiteY83" fmla="*/ 5361644 h 5957878"/>
              <a:gd name="connsiteX84" fmla="*/ 2273156 w 3387024"/>
              <a:gd name="connsiteY84" fmla="*/ 5352185 h 5957878"/>
              <a:gd name="connsiteX85" fmla="*/ 2008503 w 3387024"/>
              <a:gd name="connsiteY85" fmla="*/ 5306461 h 5957878"/>
              <a:gd name="connsiteX86" fmla="*/ 2016308 w 3387024"/>
              <a:gd name="connsiteY86" fmla="*/ 5306783 h 5957878"/>
              <a:gd name="connsiteX87" fmla="*/ 2008503 w 3387024"/>
              <a:gd name="connsiteY87" fmla="*/ 5306461 h 5957878"/>
              <a:gd name="connsiteX88" fmla="*/ 2893139 w 3387024"/>
              <a:gd name="connsiteY88" fmla="*/ 5275186 h 5957878"/>
              <a:gd name="connsiteX89" fmla="*/ 2897891 w 3387024"/>
              <a:gd name="connsiteY89" fmla="*/ 5290235 h 5957878"/>
              <a:gd name="connsiteX90" fmla="*/ 2893139 w 3387024"/>
              <a:gd name="connsiteY90" fmla="*/ 5275186 h 5957878"/>
              <a:gd name="connsiteX91" fmla="*/ 2888386 w 3387024"/>
              <a:gd name="connsiteY91" fmla="*/ 5260136 h 5957878"/>
              <a:gd name="connsiteX92" fmla="*/ 2893139 w 3387024"/>
              <a:gd name="connsiteY92" fmla="*/ 5275186 h 5957878"/>
              <a:gd name="connsiteX93" fmla="*/ 2888386 w 3387024"/>
              <a:gd name="connsiteY93" fmla="*/ 5260136 h 5957878"/>
              <a:gd name="connsiteX94" fmla="*/ 1921251 w 3387024"/>
              <a:gd name="connsiteY94" fmla="*/ 5241796 h 5957878"/>
              <a:gd name="connsiteX95" fmla="*/ 1916498 w 3387024"/>
              <a:gd name="connsiteY95" fmla="*/ 5245879 h 5957878"/>
              <a:gd name="connsiteX96" fmla="*/ 1921251 w 3387024"/>
              <a:gd name="connsiteY96" fmla="*/ 5255385 h 5957878"/>
              <a:gd name="connsiteX97" fmla="*/ 1921251 w 3387024"/>
              <a:gd name="connsiteY97" fmla="*/ 5241796 h 5957878"/>
              <a:gd name="connsiteX98" fmla="*/ 2873337 w 3387024"/>
              <a:gd name="connsiteY98" fmla="*/ 5221327 h 5957878"/>
              <a:gd name="connsiteX99" fmla="*/ 2888386 w 3387024"/>
              <a:gd name="connsiteY99" fmla="*/ 5260136 h 5957878"/>
              <a:gd name="connsiteX100" fmla="*/ 2873337 w 3387024"/>
              <a:gd name="connsiteY100" fmla="*/ 5221327 h 5957878"/>
              <a:gd name="connsiteX101" fmla="*/ 2703732 w 3387024"/>
              <a:gd name="connsiteY101" fmla="*/ 5153246 h 5957878"/>
              <a:gd name="connsiteX102" fmla="*/ 2711751 w 3387024"/>
              <a:gd name="connsiteY102" fmla="*/ 5176970 h 5957878"/>
              <a:gd name="connsiteX103" fmla="*/ 2701454 w 3387024"/>
              <a:gd name="connsiteY103" fmla="*/ 5157169 h 5957878"/>
              <a:gd name="connsiteX104" fmla="*/ 2703732 w 3387024"/>
              <a:gd name="connsiteY104" fmla="*/ 5153246 h 5957878"/>
              <a:gd name="connsiteX105" fmla="*/ 1886795 w 3387024"/>
              <a:gd name="connsiteY105" fmla="*/ 5094992 h 5957878"/>
              <a:gd name="connsiteX106" fmla="*/ 1881647 w 3387024"/>
              <a:gd name="connsiteY106" fmla="*/ 5098557 h 5957878"/>
              <a:gd name="connsiteX107" fmla="*/ 1891944 w 3387024"/>
              <a:gd name="connsiteY107" fmla="*/ 5098557 h 5957878"/>
              <a:gd name="connsiteX108" fmla="*/ 1886795 w 3387024"/>
              <a:gd name="connsiteY108" fmla="*/ 5094992 h 5957878"/>
              <a:gd name="connsiteX109" fmla="*/ 2664128 w 3387024"/>
              <a:gd name="connsiteY109" fmla="*/ 5067654 h 5957878"/>
              <a:gd name="connsiteX110" fmla="*/ 2672147 w 3387024"/>
              <a:gd name="connsiteY110" fmla="*/ 5074003 h 5957878"/>
              <a:gd name="connsiteX111" fmla="*/ 2664128 w 3387024"/>
              <a:gd name="connsiteY111" fmla="*/ 5067654 h 5957878"/>
              <a:gd name="connsiteX112" fmla="*/ 1272929 w 3387024"/>
              <a:gd name="connsiteY112" fmla="*/ 5003312 h 5957878"/>
              <a:gd name="connsiteX113" fmla="*/ 1267781 w 3387024"/>
              <a:gd name="connsiteY113" fmla="*/ 5005094 h 5957878"/>
              <a:gd name="connsiteX114" fmla="*/ 1278078 w 3387024"/>
              <a:gd name="connsiteY114" fmla="*/ 5005094 h 5957878"/>
              <a:gd name="connsiteX115" fmla="*/ 1272929 w 3387024"/>
              <a:gd name="connsiteY115" fmla="*/ 5003312 h 5957878"/>
              <a:gd name="connsiteX116" fmla="*/ 2682444 w 3387024"/>
              <a:gd name="connsiteY116" fmla="*/ 5000341 h 5957878"/>
              <a:gd name="connsiteX117" fmla="*/ 2691950 w 3387024"/>
              <a:gd name="connsiteY117" fmla="*/ 5024896 h 5957878"/>
              <a:gd name="connsiteX118" fmla="*/ 2682444 w 3387024"/>
              <a:gd name="connsiteY118" fmla="*/ 5000341 h 5957878"/>
              <a:gd name="connsiteX119" fmla="*/ 1381050 w 3387024"/>
              <a:gd name="connsiteY119" fmla="*/ 4945689 h 5957878"/>
              <a:gd name="connsiteX120" fmla="*/ 1444416 w 3387024"/>
              <a:gd name="connsiteY120" fmla="*/ 5088260 h 5957878"/>
              <a:gd name="connsiteX121" fmla="*/ 1464218 w 3387024"/>
              <a:gd name="connsiteY121" fmla="*/ 5103309 h 5957878"/>
              <a:gd name="connsiteX122" fmla="*/ 1381050 w 3387024"/>
              <a:gd name="connsiteY122" fmla="*/ 4945689 h 5957878"/>
              <a:gd name="connsiteX123" fmla="*/ 2763089 w 3387024"/>
              <a:gd name="connsiteY123" fmla="*/ 4942769 h 5957878"/>
              <a:gd name="connsiteX124" fmla="*/ 2760861 w 3387024"/>
              <a:gd name="connsiteY124" fmla="*/ 4945689 h 5957878"/>
              <a:gd name="connsiteX125" fmla="*/ 2775118 w 3387024"/>
              <a:gd name="connsiteY125" fmla="*/ 4965491 h 5957878"/>
              <a:gd name="connsiteX126" fmla="*/ 2763089 w 3387024"/>
              <a:gd name="connsiteY126" fmla="*/ 4942769 h 5957878"/>
              <a:gd name="connsiteX127" fmla="*/ 2448390 w 3387024"/>
              <a:gd name="connsiteY127" fmla="*/ 4924430 h 5957878"/>
              <a:gd name="connsiteX128" fmla="*/ 2455816 w 3387024"/>
              <a:gd name="connsiteY128" fmla="*/ 4924855 h 5957878"/>
              <a:gd name="connsiteX129" fmla="*/ 2455816 w 3387024"/>
              <a:gd name="connsiteY129" fmla="*/ 4924855 h 5957878"/>
              <a:gd name="connsiteX130" fmla="*/ 2448390 w 3387024"/>
              <a:gd name="connsiteY130" fmla="*/ 4924430 h 5957878"/>
              <a:gd name="connsiteX131" fmla="*/ 1218671 w 3387024"/>
              <a:gd name="connsiteY131" fmla="*/ 4911630 h 5957878"/>
              <a:gd name="connsiteX132" fmla="*/ 1258276 w 3387024"/>
              <a:gd name="connsiteY132" fmla="*/ 4980539 h 5957878"/>
              <a:gd name="connsiteX133" fmla="*/ 1218671 w 3387024"/>
              <a:gd name="connsiteY133" fmla="*/ 4911630 h 5957878"/>
              <a:gd name="connsiteX134" fmla="*/ 1772773 w 3387024"/>
              <a:gd name="connsiteY134" fmla="*/ 4899696 h 5957878"/>
              <a:gd name="connsiteX135" fmla="*/ 1769171 w 3387024"/>
              <a:gd name="connsiteY135" fmla="*/ 4902126 h 5957878"/>
              <a:gd name="connsiteX136" fmla="*/ 1783428 w 3387024"/>
              <a:gd name="connsiteY136" fmla="*/ 4921927 h 5957878"/>
              <a:gd name="connsiteX137" fmla="*/ 1772773 w 3387024"/>
              <a:gd name="connsiteY137" fmla="*/ 4899696 h 5957878"/>
              <a:gd name="connsiteX138" fmla="*/ 1793726 w 3387024"/>
              <a:gd name="connsiteY138" fmla="*/ 4887076 h 5957878"/>
              <a:gd name="connsiteX139" fmla="*/ 1832537 w 3387024"/>
              <a:gd name="connsiteY139" fmla="*/ 4970243 h 5957878"/>
              <a:gd name="connsiteX140" fmla="*/ 1872141 w 3387024"/>
              <a:gd name="connsiteY140" fmla="*/ 5054201 h 5957878"/>
              <a:gd name="connsiteX141" fmla="*/ 1807983 w 3387024"/>
              <a:gd name="connsiteY141" fmla="*/ 4902126 h 5957878"/>
              <a:gd name="connsiteX142" fmla="*/ 1793726 w 3387024"/>
              <a:gd name="connsiteY142" fmla="*/ 4887076 h 5957878"/>
              <a:gd name="connsiteX143" fmla="*/ 1346197 w 3387024"/>
              <a:gd name="connsiteY143" fmla="*/ 4887076 h 5957878"/>
              <a:gd name="connsiteX144" fmla="*/ 1366000 w 3387024"/>
              <a:gd name="connsiteY144" fmla="*/ 4921927 h 5957878"/>
              <a:gd name="connsiteX145" fmla="*/ 1346197 w 3387024"/>
              <a:gd name="connsiteY145" fmla="*/ 4887076 h 5957878"/>
              <a:gd name="connsiteX146" fmla="*/ 1758874 w 3387024"/>
              <a:gd name="connsiteY146" fmla="*/ 4828464 h 5957878"/>
              <a:gd name="connsiteX147" fmla="*/ 1793726 w 3387024"/>
              <a:gd name="connsiteY147" fmla="*/ 4877572 h 5957878"/>
              <a:gd name="connsiteX148" fmla="*/ 1758874 w 3387024"/>
              <a:gd name="connsiteY148" fmla="*/ 4828464 h 5957878"/>
              <a:gd name="connsiteX149" fmla="*/ 1691527 w 3387024"/>
              <a:gd name="connsiteY149" fmla="*/ 4688667 h 5957878"/>
              <a:gd name="connsiteX150" fmla="*/ 1685210 w 3387024"/>
              <a:gd name="connsiteY150" fmla="*/ 4690645 h 5957878"/>
              <a:gd name="connsiteX151" fmla="*/ 1720061 w 3387024"/>
              <a:gd name="connsiteY151" fmla="*/ 4754802 h 5957878"/>
              <a:gd name="connsiteX152" fmla="*/ 1758874 w 3387024"/>
              <a:gd name="connsiteY152" fmla="*/ 4808663 h 5957878"/>
              <a:gd name="connsiteX153" fmla="*/ 1691527 w 3387024"/>
              <a:gd name="connsiteY153" fmla="*/ 4688667 h 5957878"/>
              <a:gd name="connsiteX154" fmla="*/ 1659814 w 3387024"/>
              <a:gd name="connsiteY154" fmla="*/ 4680014 h 5957878"/>
              <a:gd name="connsiteX155" fmla="*/ 1685210 w 3387024"/>
              <a:gd name="connsiteY155" fmla="*/ 4744505 h 5957878"/>
              <a:gd name="connsiteX156" fmla="*/ 1724814 w 3387024"/>
              <a:gd name="connsiteY156" fmla="*/ 4798366 h 5957878"/>
              <a:gd name="connsiteX157" fmla="*/ 1729567 w 3387024"/>
              <a:gd name="connsiteY157" fmla="*/ 4808663 h 5957878"/>
              <a:gd name="connsiteX158" fmla="*/ 1724814 w 3387024"/>
              <a:gd name="connsiteY158" fmla="*/ 4798366 h 5957878"/>
              <a:gd name="connsiteX159" fmla="*/ 1670953 w 3387024"/>
              <a:gd name="connsiteY159" fmla="*/ 4690645 h 5957878"/>
              <a:gd name="connsiteX160" fmla="*/ 1659814 w 3387024"/>
              <a:gd name="connsiteY160" fmla="*/ 4680014 h 5957878"/>
              <a:gd name="connsiteX161" fmla="*/ 1410357 w 3387024"/>
              <a:gd name="connsiteY161" fmla="*/ 4533817 h 5957878"/>
              <a:gd name="connsiteX162" fmla="*/ 1410357 w 3387024"/>
              <a:gd name="connsiteY162" fmla="*/ 4538570 h 5957878"/>
              <a:gd name="connsiteX163" fmla="*/ 1449961 w 3387024"/>
              <a:gd name="connsiteY163" fmla="*/ 4612232 h 5957878"/>
              <a:gd name="connsiteX164" fmla="*/ 1705011 w 3387024"/>
              <a:gd name="connsiteY164" fmla="*/ 5093804 h 5957878"/>
              <a:gd name="connsiteX165" fmla="*/ 1720061 w 3387024"/>
              <a:gd name="connsiteY165" fmla="*/ 5112814 h 5957878"/>
              <a:gd name="connsiteX166" fmla="*/ 1499070 w 3387024"/>
              <a:gd name="connsiteY166" fmla="*/ 4675596 h 5957878"/>
              <a:gd name="connsiteX167" fmla="*/ 1410357 w 3387024"/>
              <a:gd name="connsiteY167" fmla="*/ 4533817 h 5957878"/>
              <a:gd name="connsiteX168" fmla="*/ 2780663 w 3387024"/>
              <a:gd name="connsiteY168" fmla="*/ 4130659 h 5957878"/>
              <a:gd name="connsiteX169" fmla="*/ 2799673 w 3387024"/>
              <a:gd name="connsiteY169" fmla="*/ 4130659 h 5957878"/>
              <a:gd name="connsiteX170" fmla="*/ 2780663 w 3387024"/>
              <a:gd name="connsiteY170" fmla="*/ 4130659 h 5957878"/>
              <a:gd name="connsiteX171" fmla="*/ 877284 w 3387024"/>
              <a:gd name="connsiteY171" fmla="*/ 4006801 h 5957878"/>
              <a:gd name="connsiteX172" fmla="*/ 875700 w 3387024"/>
              <a:gd name="connsiteY172" fmla="*/ 4013434 h 5957878"/>
              <a:gd name="connsiteX173" fmla="*/ 885997 w 3387024"/>
              <a:gd name="connsiteY173" fmla="*/ 4007890 h 5957878"/>
              <a:gd name="connsiteX174" fmla="*/ 877284 w 3387024"/>
              <a:gd name="connsiteY174" fmla="*/ 4006801 h 5957878"/>
              <a:gd name="connsiteX175" fmla="*/ 3281260 w 3387024"/>
              <a:gd name="connsiteY175" fmla="*/ 3992445 h 5957878"/>
              <a:gd name="connsiteX176" fmla="*/ 3286013 w 3387024"/>
              <a:gd name="connsiteY176" fmla="*/ 3993633 h 5957878"/>
              <a:gd name="connsiteX177" fmla="*/ 3276507 w 3387024"/>
              <a:gd name="connsiteY177" fmla="*/ 3998385 h 5957878"/>
              <a:gd name="connsiteX178" fmla="*/ 3281260 w 3387024"/>
              <a:gd name="connsiteY178" fmla="*/ 3992445 h 5957878"/>
              <a:gd name="connsiteX179" fmla="*/ 3354924 w 3387024"/>
              <a:gd name="connsiteY179" fmla="*/ 3783341 h 5957878"/>
              <a:gd name="connsiteX180" fmla="*/ 3350171 w 3387024"/>
              <a:gd name="connsiteY180" fmla="*/ 3786905 h 5957878"/>
              <a:gd name="connsiteX181" fmla="*/ 3359677 w 3387024"/>
              <a:gd name="connsiteY181" fmla="*/ 3786905 h 5957878"/>
              <a:gd name="connsiteX182" fmla="*/ 3354924 w 3387024"/>
              <a:gd name="connsiteY182" fmla="*/ 3783341 h 5957878"/>
              <a:gd name="connsiteX183" fmla="*/ 379854 w 3387024"/>
              <a:gd name="connsiteY183" fmla="*/ 3531862 h 5957878"/>
              <a:gd name="connsiteX184" fmla="*/ 390151 w 3387024"/>
              <a:gd name="connsiteY184" fmla="*/ 3546911 h 5957878"/>
              <a:gd name="connsiteX185" fmla="*/ 379854 w 3387024"/>
              <a:gd name="connsiteY185" fmla="*/ 3531862 h 5957878"/>
              <a:gd name="connsiteX186" fmla="*/ 3316187 w 3387024"/>
              <a:gd name="connsiteY186" fmla="*/ 3111265 h 5957878"/>
              <a:gd name="connsiteX187" fmla="*/ 3318092 w 3387024"/>
              <a:gd name="connsiteY187" fmla="*/ 3113950 h 5957878"/>
              <a:gd name="connsiteX188" fmla="*/ 3320864 w 3387024"/>
              <a:gd name="connsiteY188" fmla="*/ 3124743 h 5957878"/>
              <a:gd name="connsiteX189" fmla="*/ 3315320 w 3387024"/>
              <a:gd name="connsiteY189" fmla="*/ 3114445 h 5957878"/>
              <a:gd name="connsiteX190" fmla="*/ 3316187 w 3387024"/>
              <a:gd name="connsiteY190" fmla="*/ 3111265 h 5957878"/>
              <a:gd name="connsiteX191" fmla="*/ 3211866 w 3387024"/>
              <a:gd name="connsiteY191" fmla="*/ 2808265 h 5957878"/>
              <a:gd name="connsiteX192" fmla="*/ 3207597 w 3387024"/>
              <a:gd name="connsiteY192" fmla="*/ 2815047 h 5957878"/>
              <a:gd name="connsiteX193" fmla="*/ 3217101 w 3387024"/>
              <a:gd name="connsiteY193" fmla="*/ 2830095 h 5957878"/>
              <a:gd name="connsiteX194" fmla="*/ 3216211 w 3387024"/>
              <a:gd name="connsiteY194" fmla="*/ 2813066 h 5957878"/>
              <a:gd name="connsiteX195" fmla="*/ 3211866 w 3387024"/>
              <a:gd name="connsiteY195" fmla="*/ 2808265 h 5957878"/>
              <a:gd name="connsiteX196" fmla="*/ 3187312 w 3387024"/>
              <a:gd name="connsiteY196" fmla="*/ 2586364 h 5957878"/>
              <a:gd name="connsiteX197" fmla="*/ 3183041 w 3387024"/>
              <a:gd name="connsiteY197" fmla="*/ 2589310 h 5957878"/>
              <a:gd name="connsiteX198" fmla="*/ 3188092 w 3387024"/>
              <a:gd name="connsiteY198" fmla="*/ 2616240 h 5957878"/>
              <a:gd name="connsiteX199" fmla="*/ 3192376 w 3387024"/>
              <a:gd name="connsiteY199" fmla="*/ 2623252 h 5957878"/>
              <a:gd name="connsiteX200" fmla="*/ 3192547 w 3387024"/>
              <a:gd name="connsiteY200" fmla="*/ 2628913 h 5957878"/>
              <a:gd name="connsiteX201" fmla="*/ 3192733 w 3387024"/>
              <a:gd name="connsiteY201" fmla="*/ 2623838 h 5957878"/>
              <a:gd name="connsiteX202" fmla="*/ 3192376 w 3387024"/>
              <a:gd name="connsiteY202" fmla="*/ 2623252 h 5957878"/>
              <a:gd name="connsiteX203" fmla="*/ 3191656 w 3387024"/>
              <a:gd name="connsiteY203" fmla="*/ 2599607 h 5957878"/>
              <a:gd name="connsiteX204" fmla="*/ 3187312 w 3387024"/>
              <a:gd name="connsiteY204" fmla="*/ 2586364 h 5957878"/>
              <a:gd name="connsiteX205" fmla="*/ 3118883 w 3387024"/>
              <a:gd name="connsiteY205" fmla="*/ 2560004 h 5957878"/>
              <a:gd name="connsiteX206" fmla="*/ 3133933 w 3387024"/>
              <a:gd name="connsiteY206" fmla="*/ 2609111 h 5957878"/>
              <a:gd name="connsiteX207" fmla="*/ 3118883 w 3387024"/>
              <a:gd name="connsiteY207" fmla="*/ 2560004 h 5957878"/>
              <a:gd name="connsiteX208" fmla="*/ 3040467 w 3387024"/>
              <a:gd name="connsiteY208" fmla="*/ 2205952 h 5957878"/>
              <a:gd name="connsiteX209" fmla="*/ 3055516 w 3387024"/>
              <a:gd name="connsiteY209" fmla="*/ 2309713 h 5957878"/>
              <a:gd name="connsiteX210" fmla="*/ 3075318 w 3387024"/>
              <a:gd name="connsiteY210" fmla="*/ 2412680 h 5957878"/>
              <a:gd name="connsiteX211" fmla="*/ 3040467 w 3387024"/>
              <a:gd name="connsiteY211" fmla="*/ 2205952 h 5957878"/>
              <a:gd name="connsiteX212" fmla="*/ 2633336 w 3387024"/>
              <a:gd name="connsiteY212" fmla="*/ 2196448 h 5957878"/>
              <a:gd name="connsiteX213" fmla="*/ 2653137 w 3387024"/>
              <a:gd name="connsiteY213" fmla="*/ 2323970 h 5957878"/>
              <a:gd name="connsiteX214" fmla="*/ 2662643 w 3387024"/>
              <a:gd name="connsiteY214" fmla="*/ 2348523 h 5957878"/>
              <a:gd name="connsiteX215" fmla="*/ 2633336 w 3387024"/>
              <a:gd name="connsiteY215" fmla="*/ 2196448 h 5957878"/>
              <a:gd name="connsiteX216" fmla="*/ 1620754 w 3387024"/>
              <a:gd name="connsiteY216" fmla="*/ 2059949 h 5957878"/>
              <a:gd name="connsiteX217" fmla="*/ 1616237 w 3387024"/>
              <a:gd name="connsiteY217" fmla="*/ 2060968 h 5957878"/>
              <a:gd name="connsiteX218" fmla="*/ 1617387 w 3387024"/>
              <a:gd name="connsiteY218" fmla="*/ 2060708 h 5957878"/>
              <a:gd name="connsiteX219" fmla="*/ 1626596 w 3387024"/>
              <a:gd name="connsiteY219" fmla="*/ 2058629 h 5957878"/>
              <a:gd name="connsiteX220" fmla="*/ 1620754 w 3387024"/>
              <a:gd name="connsiteY220" fmla="*/ 2059949 h 5957878"/>
              <a:gd name="connsiteX221" fmla="*/ 1623143 w 3387024"/>
              <a:gd name="connsiteY221" fmla="*/ 2059409 h 5957878"/>
              <a:gd name="connsiteX222" fmla="*/ 1626596 w 3387024"/>
              <a:gd name="connsiteY222" fmla="*/ 2058629 h 5957878"/>
              <a:gd name="connsiteX223" fmla="*/ 1444416 w 3387024"/>
              <a:gd name="connsiteY223" fmla="*/ 1980215 h 5957878"/>
              <a:gd name="connsiteX224" fmla="*/ 1464218 w 3387024"/>
              <a:gd name="connsiteY224" fmla="*/ 1990513 h 5957878"/>
              <a:gd name="connsiteX225" fmla="*/ 1444416 w 3387024"/>
              <a:gd name="connsiteY225" fmla="*/ 1980215 h 5957878"/>
              <a:gd name="connsiteX226" fmla="*/ 1415109 w 3387024"/>
              <a:gd name="connsiteY226" fmla="*/ 1965958 h 5957878"/>
              <a:gd name="connsiteX227" fmla="*/ 1415109 w 3387024"/>
              <a:gd name="connsiteY227" fmla="*/ 1965958 h 5957878"/>
              <a:gd name="connsiteX228" fmla="*/ 1390554 w 3387024"/>
              <a:gd name="connsiteY228" fmla="*/ 1950909 h 5957878"/>
              <a:gd name="connsiteX229" fmla="*/ 1381050 w 3387024"/>
              <a:gd name="connsiteY229" fmla="*/ 1955661 h 5957878"/>
              <a:gd name="connsiteX230" fmla="*/ 1390554 w 3387024"/>
              <a:gd name="connsiteY230" fmla="*/ 1950909 h 5957878"/>
              <a:gd name="connsiteX231" fmla="*/ 1376297 w 3387024"/>
              <a:gd name="connsiteY231" fmla="*/ 1946157 h 5957878"/>
              <a:gd name="connsiteX232" fmla="*/ 1366000 w 3387024"/>
              <a:gd name="connsiteY232" fmla="*/ 1950909 h 5957878"/>
              <a:gd name="connsiteX233" fmla="*/ 1376297 w 3387024"/>
              <a:gd name="connsiteY233" fmla="*/ 1946157 h 5957878"/>
              <a:gd name="connsiteX234" fmla="*/ 3049836 w 3387024"/>
              <a:gd name="connsiteY234" fmla="*/ 1600484 h 5957878"/>
              <a:gd name="connsiteX235" fmla="*/ 3055516 w 3387024"/>
              <a:gd name="connsiteY235" fmla="*/ 1622204 h 5957878"/>
              <a:gd name="connsiteX236" fmla="*/ 3045219 w 3387024"/>
              <a:gd name="connsiteY236" fmla="*/ 1602402 h 5957878"/>
              <a:gd name="connsiteX237" fmla="*/ 3049836 w 3387024"/>
              <a:gd name="connsiteY237" fmla="*/ 1600484 h 5957878"/>
              <a:gd name="connsiteX238" fmla="*/ 3040467 w 3387024"/>
              <a:gd name="connsiteY238" fmla="*/ 1577849 h 5957878"/>
              <a:gd name="connsiteX239" fmla="*/ 3045219 w 3387024"/>
              <a:gd name="connsiteY239" fmla="*/ 1587353 h 5957878"/>
              <a:gd name="connsiteX240" fmla="*/ 3040467 w 3387024"/>
              <a:gd name="connsiteY240" fmla="*/ 1577849 h 5957878"/>
              <a:gd name="connsiteX241" fmla="*/ 2923238 w 3387024"/>
              <a:gd name="connsiteY241" fmla="*/ 1474881 h 5957878"/>
              <a:gd name="connsiteX242" fmla="*/ 2923238 w 3387024"/>
              <a:gd name="connsiteY242" fmla="*/ 1479633 h 5957878"/>
              <a:gd name="connsiteX243" fmla="*/ 2923238 w 3387024"/>
              <a:gd name="connsiteY243" fmla="*/ 1474881 h 5957878"/>
              <a:gd name="connsiteX244" fmla="*/ 2917693 w 3387024"/>
              <a:gd name="connsiteY244" fmla="*/ 1445574 h 5957878"/>
              <a:gd name="connsiteX245" fmla="*/ 2917693 w 3387024"/>
              <a:gd name="connsiteY245" fmla="*/ 1445574 h 5957878"/>
              <a:gd name="connsiteX246" fmla="*/ 2990350 w 3387024"/>
              <a:gd name="connsiteY246" fmla="*/ 1424797 h 5957878"/>
              <a:gd name="connsiteX247" fmla="*/ 2991357 w 3387024"/>
              <a:gd name="connsiteY247" fmla="*/ 1474881 h 5957878"/>
              <a:gd name="connsiteX248" fmla="*/ 2986604 w 3387024"/>
              <a:gd name="connsiteY248" fmla="*/ 1425773 h 5957878"/>
              <a:gd name="connsiteX249" fmla="*/ 2990350 w 3387024"/>
              <a:gd name="connsiteY249" fmla="*/ 1424797 h 5957878"/>
              <a:gd name="connsiteX250" fmla="*/ 2912941 w 3387024"/>
              <a:gd name="connsiteY250" fmla="*/ 1415477 h 5957878"/>
              <a:gd name="connsiteX251" fmla="*/ 2917693 w 3387024"/>
              <a:gd name="connsiteY251" fmla="*/ 1445574 h 5957878"/>
              <a:gd name="connsiteX252" fmla="*/ 2912941 w 3387024"/>
              <a:gd name="connsiteY252" fmla="*/ 1415477 h 5957878"/>
              <a:gd name="connsiteX253" fmla="*/ 2903436 w 3387024"/>
              <a:gd name="connsiteY253" fmla="*/ 1356864 h 5957878"/>
              <a:gd name="connsiteX254" fmla="*/ 2912941 w 3387024"/>
              <a:gd name="connsiteY254" fmla="*/ 1415477 h 5957878"/>
              <a:gd name="connsiteX255" fmla="*/ 2903436 w 3387024"/>
              <a:gd name="connsiteY255" fmla="*/ 1356864 h 5957878"/>
              <a:gd name="connsiteX256" fmla="*/ 2897086 w 3387024"/>
              <a:gd name="connsiteY256" fmla="*/ 1348510 h 5957878"/>
              <a:gd name="connsiteX257" fmla="*/ 2903436 w 3387024"/>
              <a:gd name="connsiteY257" fmla="*/ 1356864 h 5957878"/>
              <a:gd name="connsiteX258" fmla="*/ 2897086 w 3387024"/>
              <a:gd name="connsiteY258" fmla="*/ 1348510 h 5957878"/>
              <a:gd name="connsiteX259" fmla="*/ 2780663 w 3387024"/>
              <a:gd name="connsiteY259" fmla="*/ 1337062 h 5957878"/>
              <a:gd name="connsiteX260" fmla="*/ 2790168 w 3387024"/>
              <a:gd name="connsiteY260" fmla="*/ 1421021 h 5957878"/>
              <a:gd name="connsiteX261" fmla="*/ 2805217 w 3387024"/>
              <a:gd name="connsiteY261" fmla="*/ 1499434 h 5957878"/>
              <a:gd name="connsiteX262" fmla="*/ 2966803 w 3387024"/>
              <a:gd name="connsiteY262" fmla="*/ 2560004 h 5957878"/>
              <a:gd name="connsiteX263" fmla="*/ 2977100 w 3387024"/>
              <a:gd name="connsiteY263" fmla="*/ 2643170 h 5957878"/>
              <a:gd name="connsiteX264" fmla="*/ 2962050 w 3387024"/>
              <a:gd name="connsiteY264" fmla="*/ 2471292 h 5957878"/>
              <a:gd name="connsiteX265" fmla="*/ 2814723 w 3387024"/>
              <a:gd name="connsiteY265" fmla="*/ 1489138 h 5957878"/>
              <a:gd name="connsiteX266" fmla="*/ 2780663 w 3387024"/>
              <a:gd name="connsiteY266" fmla="*/ 1337062 h 5957878"/>
              <a:gd name="connsiteX267" fmla="*/ 2893882 w 3387024"/>
              <a:gd name="connsiteY267" fmla="*/ 1298214 h 5957878"/>
              <a:gd name="connsiteX268" fmla="*/ 2895516 w 3387024"/>
              <a:gd name="connsiteY268" fmla="*/ 1302706 h 5957878"/>
              <a:gd name="connsiteX269" fmla="*/ 2897891 w 3387024"/>
              <a:gd name="connsiteY269" fmla="*/ 1317260 h 5957878"/>
              <a:gd name="connsiteX270" fmla="*/ 2893139 w 3387024"/>
              <a:gd name="connsiteY270" fmla="*/ 1303003 h 5957878"/>
              <a:gd name="connsiteX271" fmla="*/ 2893882 w 3387024"/>
              <a:gd name="connsiteY271" fmla="*/ 1298214 h 5957878"/>
              <a:gd name="connsiteX272" fmla="*/ 2763047 w 3387024"/>
              <a:gd name="connsiteY272" fmla="*/ 1226089 h 5957878"/>
              <a:gd name="connsiteX273" fmla="*/ 2760861 w 3387024"/>
              <a:gd name="connsiteY273" fmla="*/ 1229342 h 5957878"/>
              <a:gd name="connsiteX274" fmla="*/ 2765613 w 3387024"/>
              <a:gd name="connsiteY274" fmla="*/ 1243599 h 5957878"/>
              <a:gd name="connsiteX275" fmla="*/ 2763047 w 3387024"/>
              <a:gd name="connsiteY275" fmla="*/ 1226089 h 5957878"/>
              <a:gd name="connsiteX276" fmla="*/ 1579776 w 3387024"/>
              <a:gd name="connsiteY276" fmla="*/ 1186086 h 5957878"/>
              <a:gd name="connsiteX277" fmla="*/ 1587807 w 3387024"/>
              <a:gd name="connsiteY277" fmla="*/ 1191263 h 5957878"/>
              <a:gd name="connsiteX278" fmla="*/ 1587807 w 3387024"/>
              <a:gd name="connsiteY278" fmla="*/ 1191263 h 5957878"/>
              <a:gd name="connsiteX279" fmla="*/ 1579776 w 3387024"/>
              <a:gd name="connsiteY279" fmla="*/ 1186086 h 5957878"/>
              <a:gd name="connsiteX280" fmla="*/ 2738460 w 3387024"/>
              <a:gd name="connsiteY280" fmla="*/ 1071734 h 5957878"/>
              <a:gd name="connsiteX281" fmla="*/ 2736306 w 3387024"/>
              <a:gd name="connsiteY281" fmla="*/ 1077266 h 5957878"/>
              <a:gd name="connsiteX282" fmla="*/ 2745811 w 3387024"/>
              <a:gd name="connsiteY282" fmla="*/ 1086771 h 5957878"/>
              <a:gd name="connsiteX283" fmla="*/ 2742841 w 3387024"/>
              <a:gd name="connsiteY283" fmla="*/ 1074593 h 5957878"/>
              <a:gd name="connsiteX284" fmla="*/ 2738460 w 3387024"/>
              <a:gd name="connsiteY284" fmla="*/ 1071734 h 5957878"/>
              <a:gd name="connsiteX285" fmla="*/ 2288114 w 3387024"/>
              <a:gd name="connsiteY285" fmla="*/ 1060928 h 5957878"/>
              <a:gd name="connsiteX286" fmla="*/ 2288114 w 3387024"/>
              <a:gd name="connsiteY286" fmla="*/ 1060928 h 5957878"/>
              <a:gd name="connsiteX287" fmla="*/ 2668367 w 3387024"/>
              <a:gd name="connsiteY287" fmla="*/ 922401 h 5957878"/>
              <a:gd name="connsiteX288" fmla="*/ 2668460 w 3387024"/>
              <a:gd name="connsiteY288" fmla="*/ 922588 h 5957878"/>
              <a:gd name="connsiteX289" fmla="*/ 2668306 w 3387024"/>
              <a:gd name="connsiteY289" fmla="*/ 922507 h 5957878"/>
              <a:gd name="connsiteX290" fmla="*/ 2679939 w 3387024"/>
              <a:gd name="connsiteY290" fmla="*/ 912282 h 5957878"/>
              <a:gd name="connsiteX291" fmla="*/ 2676044 w 3387024"/>
              <a:gd name="connsiteY291" fmla="*/ 926537 h 5957878"/>
              <a:gd name="connsiteX292" fmla="*/ 2675497 w 3387024"/>
              <a:gd name="connsiteY292" fmla="*/ 926253 h 5957878"/>
              <a:gd name="connsiteX293" fmla="*/ 2676900 w 3387024"/>
              <a:gd name="connsiteY293" fmla="*/ 919647 h 5957878"/>
              <a:gd name="connsiteX294" fmla="*/ 2676226 w 3387024"/>
              <a:gd name="connsiteY294" fmla="*/ 914787 h 5957878"/>
              <a:gd name="connsiteX295" fmla="*/ 1532230 w 3387024"/>
              <a:gd name="connsiteY295" fmla="*/ 515735 h 5957878"/>
              <a:gd name="connsiteX296" fmla="*/ 1535195 w 3387024"/>
              <a:gd name="connsiteY296" fmla="*/ 555822 h 5957878"/>
              <a:gd name="connsiteX297" fmla="*/ 1523650 w 3387024"/>
              <a:gd name="connsiteY297" fmla="*/ 516134 h 5957878"/>
              <a:gd name="connsiteX298" fmla="*/ 1532230 w 3387024"/>
              <a:gd name="connsiteY298" fmla="*/ 515735 h 5957878"/>
              <a:gd name="connsiteX299" fmla="*/ 2120062 w 3387024"/>
              <a:gd name="connsiteY299" fmla="*/ 483503 h 5957878"/>
              <a:gd name="connsiteX300" fmla="*/ 2125568 w 3387024"/>
              <a:gd name="connsiteY300" fmla="*/ 534504 h 5957878"/>
              <a:gd name="connsiteX301" fmla="*/ 2120062 w 3387024"/>
              <a:gd name="connsiteY301" fmla="*/ 483503 h 5957878"/>
              <a:gd name="connsiteX302" fmla="*/ 1815833 w 3387024"/>
              <a:gd name="connsiteY302" fmla="*/ 434534 h 5957878"/>
              <a:gd name="connsiteX303" fmla="*/ 1817728 w 3387024"/>
              <a:gd name="connsiteY303" fmla="*/ 456706 h 5957878"/>
              <a:gd name="connsiteX304" fmla="*/ 1815132 w 3387024"/>
              <a:gd name="connsiteY304" fmla="*/ 444828 h 5957878"/>
              <a:gd name="connsiteX305" fmla="*/ 1884691 w 3387024"/>
              <a:gd name="connsiteY305" fmla="*/ 286008 h 5957878"/>
              <a:gd name="connsiteX306" fmla="*/ 1893481 w 3387024"/>
              <a:gd name="connsiteY306" fmla="*/ 288409 h 5957878"/>
              <a:gd name="connsiteX307" fmla="*/ 1893481 w 3387024"/>
              <a:gd name="connsiteY307" fmla="*/ 288409 h 5957878"/>
              <a:gd name="connsiteX308" fmla="*/ 1884691 w 3387024"/>
              <a:gd name="connsiteY308" fmla="*/ 286008 h 5957878"/>
              <a:gd name="connsiteX309" fmla="*/ 1460811 w 3387024"/>
              <a:gd name="connsiteY309" fmla="*/ 257618 h 5957878"/>
              <a:gd name="connsiteX310" fmla="*/ 1461213 w 3387024"/>
              <a:gd name="connsiteY310" fmla="*/ 261540 h 5957878"/>
              <a:gd name="connsiteX311" fmla="*/ 1459466 w 3387024"/>
              <a:gd name="connsiteY311" fmla="*/ 262236 h 5957878"/>
              <a:gd name="connsiteX312" fmla="*/ 1460060 w 3387024"/>
              <a:gd name="connsiteY312" fmla="*/ 258870 h 5957878"/>
              <a:gd name="connsiteX313" fmla="*/ 2353240 w 3387024"/>
              <a:gd name="connsiteY313" fmla="*/ 72300 h 5957878"/>
              <a:gd name="connsiteX314" fmla="*/ 2394226 w 3387024"/>
              <a:gd name="connsiteY314" fmla="*/ 442498 h 5957878"/>
              <a:gd name="connsiteX315" fmla="*/ 2419172 w 3387024"/>
              <a:gd name="connsiteY315" fmla="*/ 845418 h 5957878"/>
              <a:gd name="connsiteX316" fmla="*/ 2406799 w 3387024"/>
              <a:gd name="connsiteY316" fmla="*/ 767571 h 5957878"/>
              <a:gd name="connsiteX317" fmla="*/ 2378846 w 3387024"/>
              <a:gd name="connsiteY317" fmla="*/ 575363 h 5957878"/>
              <a:gd name="connsiteX318" fmla="*/ 2379461 w 3387024"/>
              <a:gd name="connsiteY318" fmla="*/ 555280 h 5957878"/>
              <a:gd name="connsiteX319" fmla="*/ 2371026 w 3387024"/>
              <a:gd name="connsiteY319" fmla="*/ 382389 h 5957878"/>
              <a:gd name="connsiteX320" fmla="*/ 2367011 w 3387024"/>
              <a:gd name="connsiteY320" fmla="*/ 325300 h 5957878"/>
              <a:gd name="connsiteX321" fmla="*/ 2368482 w 3387024"/>
              <a:gd name="connsiteY321" fmla="*/ 317681 h 5957878"/>
              <a:gd name="connsiteX322" fmla="*/ 2363831 w 3387024"/>
              <a:gd name="connsiteY322" fmla="*/ 280113 h 5957878"/>
              <a:gd name="connsiteX323" fmla="*/ 2359447 w 3387024"/>
              <a:gd name="connsiteY323" fmla="*/ 217772 h 5957878"/>
              <a:gd name="connsiteX324" fmla="*/ 2353240 w 3387024"/>
              <a:gd name="connsiteY324" fmla="*/ 72300 h 5957878"/>
              <a:gd name="connsiteX325" fmla="*/ 1872863 w 3387024"/>
              <a:gd name="connsiteY325" fmla="*/ 0 h 5957878"/>
              <a:gd name="connsiteX326" fmla="*/ 1884617 w 3387024"/>
              <a:gd name="connsiteY326" fmla="*/ 3530 h 5957878"/>
              <a:gd name="connsiteX327" fmla="*/ 1890956 w 3387024"/>
              <a:gd name="connsiteY327" fmla="*/ 7588 h 5957878"/>
              <a:gd name="connsiteX328" fmla="*/ 1896498 w 3387024"/>
              <a:gd name="connsiteY328" fmla="*/ 48824 h 5957878"/>
              <a:gd name="connsiteX329" fmla="*/ 1936126 w 3387024"/>
              <a:gd name="connsiteY329" fmla="*/ 343669 h 5957878"/>
              <a:gd name="connsiteX330" fmla="*/ 1976675 w 3387024"/>
              <a:gd name="connsiteY330" fmla="*/ 786076 h 5957878"/>
              <a:gd name="connsiteX331" fmla="*/ 1992545 w 3387024"/>
              <a:gd name="connsiteY331" fmla="*/ 753881 h 5957878"/>
              <a:gd name="connsiteX332" fmla="*/ 2020663 w 3387024"/>
              <a:gd name="connsiteY332" fmla="*/ 944231 h 5957878"/>
              <a:gd name="connsiteX333" fmla="*/ 2023593 w 3387024"/>
              <a:gd name="connsiteY333" fmla="*/ 945032 h 5957878"/>
              <a:gd name="connsiteX334" fmla="*/ 2025566 w 3387024"/>
              <a:gd name="connsiteY334" fmla="*/ 945571 h 5957878"/>
              <a:gd name="connsiteX335" fmla="*/ 2029453 w 3387024"/>
              <a:gd name="connsiteY335" fmla="*/ 946633 h 5957878"/>
              <a:gd name="connsiteX336" fmla="*/ 2028476 w 3387024"/>
              <a:gd name="connsiteY336" fmla="*/ 946366 h 5957878"/>
              <a:gd name="connsiteX337" fmla="*/ 2025566 w 3387024"/>
              <a:gd name="connsiteY337" fmla="*/ 945571 h 5957878"/>
              <a:gd name="connsiteX338" fmla="*/ 2020663 w 3387024"/>
              <a:gd name="connsiteY338" fmla="*/ 944231 h 5957878"/>
              <a:gd name="connsiteX339" fmla="*/ 2023372 w 3387024"/>
              <a:gd name="connsiteY339" fmla="*/ 718703 h 5957878"/>
              <a:gd name="connsiteX340" fmla="*/ 2048990 w 3387024"/>
              <a:gd name="connsiteY340" fmla="*/ 732774 h 5957878"/>
              <a:gd name="connsiteX341" fmla="*/ 2056483 w 3387024"/>
              <a:gd name="connsiteY341" fmla="*/ 705360 h 5957878"/>
              <a:gd name="connsiteX342" fmla="*/ 2069187 w 3387024"/>
              <a:gd name="connsiteY342" fmla="*/ 818431 h 5957878"/>
              <a:gd name="connsiteX343" fmla="*/ 2073511 w 3387024"/>
              <a:gd name="connsiteY343" fmla="*/ 936282 h 5957878"/>
              <a:gd name="connsiteX344" fmla="*/ 2092549 w 3387024"/>
              <a:gd name="connsiteY344" fmla="*/ 948557 h 5957878"/>
              <a:gd name="connsiteX345" fmla="*/ 2106137 w 3387024"/>
              <a:gd name="connsiteY345" fmla="*/ 1084262 h 5957878"/>
              <a:gd name="connsiteX346" fmla="*/ 2122648 w 3387024"/>
              <a:gd name="connsiteY346" fmla="*/ 972103 h 5957878"/>
              <a:gd name="connsiteX347" fmla="*/ 2119235 w 3387024"/>
              <a:gd name="connsiteY347" fmla="*/ 825038 h 5957878"/>
              <a:gd name="connsiteX348" fmla="*/ 2125568 w 3387024"/>
              <a:gd name="connsiteY348" fmla="*/ 534504 h 5957878"/>
              <a:gd name="connsiteX349" fmla="*/ 2144669 w 3387024"/>
              <a:gd name="connsiteY349" fmla="*/ 809597 h 5957878"/>
              <a:gd name="connsiteX350" fmla="*/ 2161152 w 3387024"/>
              <a:gd name="connsiteY350" fmla="*/ 939023 h 5957878"/>
              <a:gd name="connsiteX351" fmla="*/ 2183173 w 3387024"/>
              <a:gd name="connsiteY351" fmla="*/ 966253 h 5957878"/>
              <a:gd name="connsiteX352" fmla="*/ 2182506 w 3387024"/>
              <a:gd name="connsiteY352" fmla="*/ 1098061 h 5957878"/>
              <a:gd name="connsiteX353" fmla="*/ 2218299 w 3387024"/>
              <a:gd name="connsiteY353" fmla="*/ 1100772 h 5957878"/>
              <a:gd name="connsiteX354" fmla="*/ 2232371 w 3387024"/>
              <a:gd name="connsiteY354" fmla="*/ 1264893 h 5957878"/>
              <a:gd name="connsiteX355" fmla="*/ 2232371 w 3387024"/>
              <a:gd name="connsiteY355" fmla="*/ 1264893 h 5957878"/>
              <a:gd name="connsiteX356" fmla="*/ 2233740 w 3387024"/>
              <a:gd name="connsiteY356" fmla="*/ 1126205 h 5957878"/>
              <a:gd name="connsiteX357" fmla="*/ 2242328 w 3387024"/>
              <a:gd name="connsiteY357" fmla="*/ 909355 h 5957878"/>
              <a:gd name="connsiteX358" fmla="*/ 2273157 w 3387024"/>
              <a:gd name="connsiteY358" fmla="*/ 1063912 h 5957878"/>
              <a:gd name="connsiteX359" fmla="*/ 2301914 w 3387024"/>
              <a:gd name="connsiteY359" fmla="*/ 984563 h 5957878"/>
              <a:gd name="connsiteX360" fmla="*/ 2308038 w 3387024"/>
              <a:gd name="connsiteY360" fmla="*/ 1095836 h 5957878"/>
              <a:gd name="connsiteX361" fmla="*/ 2314161 w 3387024"/>
              <a:gd name="connsiteY361" fmla="*/ 1207109 h 5957878"/>
              <a:gd name="connsiteX362" fmla="*/ 2314161 w 3387024"/>
              <a:gd name="connsiteY362" fmla="*/ 1207109 h 5957878"/>
              <a:gd name="connsiteX363" fmla="*/ 2323908 w 3387024"/>
              <a:gd name="connsiteY363" fmla="*/ 1063639 h 5957878"/>
              <a:gd name="connsiteX364" fmla="*/ 2351323 w 3387024"/>
              <a:gd name="connsiteY364" fmla="*/ 1071132 h 5957878"/>
              <a:gd name="connsiteX365" fmla="*/ 2357930 w 3387024"/>
              <a:gd name="connsiteY365" fmla="*/ 831349 h 5957878"/>
              <a:gd name="connsiteX366" fmla="*/ 2377825 w 3387024"/>
              <a:gd name="connsiteY366" fmla="*/ 918102 h 5957878"/>
              <a:gd name="connsiteX367" fmla="*/ 2374439 w 3387024"/>
              <a:gd name="connsiteY367" fmla="*/ 719190 h 5957878"/>
              <a:gd name="connsiteX368" fmla="*/ 2376743 w 3387024"/>
              <a:gd name="connsiteY368" fmla="*/ 644018 h 5957878"/>
              <a:gd name="connsiteX369" fmla="*/ 2417096 w 3387024"/>
              <a:gd name="connsiteY369" fmla="*/ 885588 h 5957878"/>
              <a:gd name="connsiteX370" fmla="*/ 2422980 w 3387024"/>
              <a:gd name="connsiteY370" fmla="*/ 919085 h 5957878"/>
              <a:gd name="connsiteX371" fmla="*/ 2423918 w 3387024"/>
              <a:gd name="connsiteY371" fmla="*/ 935412 h 5957878"/>
              <a:gd name="connsiteX372" fmla="*/ 2426393 w 3387024"/>
              <a:gd name="connsiteY372" fmla="*/ 955129 h 5957878"/>
              <a:gd name="connsiteX373" fmla="*/ 2427104 w 3387024"/>
              <a:gd name="connsiteY373" fmla="*/ 942556 h 5957878"/>
              <a:gd name="connsiteX374" fmla="*/ 2480265 w 3387024"/>
              <a:gd name="connsiteY374" fmla="*/ 1245183 h 5957878"/>
              <a:gd name="connsiteX375" fmla="*/ 2539869 w 3387024"/>
              <a:gd name="connsiteY375" fmla="*/ 1597650 h 5957878"/>
              <a:gd name="connsiteX376" fmla="*/ 2544621 w 3387024"/>
              <a:gd name="connsiteY376" fmla="*/ 1631709 h 5957878"/>
              <a:gd name="connsiteX377" fmla="*/ 2549374 w 3387024"/>
              <a:gd name="connsiteY377" fmla="*/ 1611908 h 5957878"/>
              <a:gd name="connsiteX378" fmla="*/ 2480463 w 3387024"/>
              <a:gd name="connsiteY378" fmla="*/ 1219046 h 5957878"/>
              <a:gd name="connsiteX379" fmla="*/ 2440364 w 3387024"/>
              <a:gd name="connsiteY379" fmla="*/ 978754 h 5957878"/>
              <a:gd name="connsiteX380" fmla="*/ 2429773 w 3387024"/>
              <a:gd name="connsiteY380" fmla="*/ 912124 h 5957878"/>
              <a:gd name="connsiteX381" fmla="*/ 2432344 w 3387024"/>
              <a:gd name="connsiteY381" fmla="*/ 893669 h 5957878"/>
              <a:gd name="connsiteX382" fmla="*/ 2446299 w 3387024"/>
              <a:gd name="connsiteY382" fmla="*/ 965099 h 5957878"/>
              <a:gd name="connsiteX383" fmla="*/ 2451694 w 3387024"/>
              <a:gd name="connsiteY383" fmla="*/ 945360 h 5957878"/>
              <a:gd name="connsiteX384" fmla="*/ 2490497 w 3387024"/>
              <a:gd name="connsiteY384" fmla="*/ 911182 h 5957878"/>
              <a:gd name="connsiteX385" fmla="*/ 2516333 w 3387024"/>
              <a:gd name="connsiteY385" fmla="*/ 1079696 h 5957878"/>
              <a:gd name="connsiteX386" fmla="*/ 2539450 w 3387024"/>
              <a:gd name="connsiteY386" fmla="*/ 917490 h 5957878"/>
              <a:gd name="connsiteX387" fmla="*/ 2565039 w 3387024"/>
              <a:gd name="connsiteY387" fmla="*/ 983408 h 5957878"/>
              <a:gd name="connsiteX388" fmla="*/ 2566618 w 3387024"/>
              <a:gd name="connsiteY388" fmla="*/ 959225 h 5957878"/>
              <a:gd name="connsiteX389" fmla="*/ 2593731 w 3387024"/>
              <a:gd name="connsiteY389" fmla="*/ 1062218 h 5957878"/>
              <a:gd name="connsiteX390" fmla="*/ 2593731 w 3387024"/>
              <a:gd name="connsiteY390" fmla="*/ 1017862 h 5957878"/>
              <a:gd name="connsiteX391" fmla="*/ 2574622 w 3387024"/>
              <a:gd name="connsiteY391" fmla="*/ 902618 h 5957878"/>
              <a:gd name="connsiteX392" fmla="*/ 2571629 w 3387024"/>
              <a:gd name="connsiteY392" fmla="*/ 882398 h 5957878"/>
              <a:gd name="connsiteX393" fmla="*/ 2573584 w 3387024"/>
              <a:gd name="connsiteY393" fmla="*/ 852428 h 5957878"/>
              <a:gd name="connsiteX394" fmla="*/ 2574357 w 3387024"/>
              <a:gd name="connsiteY394" fmla="*/ 707832 h 5957878"/>
              <a:gd name="connsiteX395" fmla="*/ 2561382 w 3387024"/>
              <a:gd name="connsiteY395" fmla="*/ 544011 h 5957878"/>
              <a:gd name="connsiteX396" fmla="*/ 2579779 w 3387024"/>
              <a:gd name="connsiteY396" fmla="*/ 636248 h 5957878"/>
              <a:gd name="connsiteX397" fmla="*/ 2611036 w 3387024"/>
              <a:gd name="connsiteY397" fmla="*/ 922913 h 5957878"/>
              <a:gd name="connsiteX398" fmla="*/ 2620757 w 3387024"/>
              <a:gd name="connsiteY398" fmla="*/ 1021027 h 5957878"/>
              <a:gd name="connsiteX399" fmla="*/ 2636653 w 3387024"/>
              <a:gd name="connsiteY399" fmla="*/ 936985 h 5957878"/>
              <a:gd name="connsiteX400" fmla="*/ 2639793 w 3387024"/>
              <a:gd name="connsiteY400" fmla="*/ 843564 h 5957878"/>
              <a:gd name="connsiteX401" fmla="*/ 2668850 w 3387024"/>
              <a:gd name="connsiteY401" fmla="*/ 952855 h 5957878"/>
              <a:gd name="connsiteX402" fmla="*/ 2681097 w 3387024"/>
              <a:gd name="connsiteY402" fmla="*/ 985665 h 5957878"/>
              <a:gd name="connsiteX403" fmla="*/ 2676044 w 3387024"/>
              <a:gd name="connsiteY403" fmla="*/ 926537 h 5957878"/>
              <a:gd name="connsiteX404" fmla="*/ 2706258 w 3387024"/>
              <a:gd name="connsiteY404" fmla="*/ 919474 h 5957878"/>
              <a:gd name="connsiteX405" fmla="*/ 2706151 w 3387024"/>
              <a:gd name="connsiteY405" fmla="*/ 911751 h 5957878"/>
              <a:gd name="connsiteX406" fmla="*/ 2709760 w 3387024"/>
              <a:gd name="connsiteY406" fmla="*/ 930847 h 5957878"/>
              <a:gd name="connsiteX407" fmla="*/ 2726801 w 3387024"/>
              <a:gd name="connsiteY407" fmla="*/ 1013109 h 5957878"/>
              <a:gd name="connsiteX408" fmla="*/ 2741058 w 3387024"/>
              <a:gd name="connsiteY408" fmla="*/ 1047168 h 5957878"/>
              <a:gd name="connsiteX409" fmla="*/ 2711751 w 3387024"/>
              <a:gd name="connsiteY409" fmla="*/ 875291 h 5957878"/>
              <a:gd name="connsiteX410" fmla="*/ 2721257 w 3387024"/>
              <a:gd name="connsiteY410" fmla="*/ 865787 h 5957878"/>
              <a:gd name="connsiteX411" fmla="*/ 2716826 w 3387024"/>
              <a:gd name="connsiteY411" fmla="*/ 829933 h 5957878"/>
              <a:gd name="connsiteX412" fmla="*/ 2710198 w 3387024"/>
              <a:gd name="connsiteY412" fmla="*/ 805317 h 5957878"/>
              <a:gd name="connsiteX413" fmla="*/ 2713986 w 3387024"/>
              <a:gd name="connsiteY413" fmla="*/ 797404 h 5957878"/>
              <a:gd name="connsiteX414" fmla="*/ 2723953 w 3387024"/>
              <a:gd name="connsiteY414" fmla="*/ 828853 h 5957878"/>
              <a:gd name="connsiteX415" fmla="*/ 2728619 w 3387024"/>
              <a:gd name="connsiteY415" fmla="*/ 867841 h 5957878"/>
              <a:gd name="connsiteX416" fmla="*/ 2754052 w 3387024"/>
              <a:gd name="connsiteY416" fmla="*/ 852399 h 5957878"/>
              <a:gd name="connsiteX417" fmla="*/ 2761362 w 3387024"/>
              <a:gd name="connsiteY417" fmla="*/ 985209 h 5957878"/>
              <a:gd name="connsiteX418" fmla="*/ 2762665 w 3387024"/>
              <a:gd name="connsiteY418" fmla="*/ 879170 h 5957878"/>
              <a:gd name="connsiteX419" fmla="*/ 2761757 w 3387024"/>
              <a:gd name="connsiteY419" fmla="*/ 855253 h 5957878"/>
              <a:gd name="connsiteX420" fmla="*/ 2780367 w 3387024"/>
              <a:gd name="connsiteY420" fmla="*/ 951031 h 5957878"/>
              <a:gd name="connsiteX421" fmla="*/ 2805217 w 3387024"/>
              <a:gd name="connsiteY421" fmla="*/ 1071722 h 5957878"/>
              <a:gd name="connsiteX422" fmla="*/ 2829771 w 3387024"/>
              <a:gd name="connsiteY422" fmla="*/ 1200036 h 5957878"/>
              <a:gd name="connsiteX423" fmla="*/ 2848783 w 3387024"/>
              <a:gd name="connsiteY423" fmla="*/ 1209540 h 5957878"/>
              <a:gd name="connsiteX424" fmla="*/ 2868584 w 3387024"/>
              <a:gd name="connsiteY424" fmla="*/ 1332309 h 5957878"/>
              <a:gd name="connsiteX425" fmla="*/ 3001654 w 3387024"/>
              <a:gd name="connsiteY425" fmla="*/ 2171893 h 5957878"/>
              <a:gd name="connsiteX426" fmla="*/ 3006407 w 3387024"/>
              <a:gd name="connsiteY426" fmla="*/ 2156845 h 5957878"/>
              <a:gd name="connsiteX427" fmla="*/ 2878881 w 3387024"/>
              <a:gd name="connsiteY427" fmla="*/ 1341815 h 5957878"/>
              <a:gd name="connsiteX428" fmla="*/ 2883634 w 3387024"/>
              <a:gd name="connsiteY428" fmla="*/ 1303003 h 5957878"/>
              <a:gd name="connsiteX429" fmla="*/ 2932743 w 3387024"/>
              <a:gd name="connsiteY429" fmla="*/ 1592106 h 5957878"/>
              <a:gd name="connsiteX430" fmla="*/ 2952546 w 3387024"/>
              <a:gd name="connsiteY430" fmla="*/ 1617452 h 5957878"/>
              <a:gd name="connsiteX431" fmla="*/ 2962050 w 3387024"/>
              <a:gd name="connsiteY431" fmla="*/ 1695865 h 5957878"/>
              <a:gd name="connsiteX432" fmla="*/ 3030961 w 3387024"/>
              <a:gd name="connsiteY432" fmla="*/ 2147341 h 5957878"/>
              <a:gd name="connsiteX433" fmla="*/ 3045219 w 3387024"/>
              <a:gd name="connsiteY433" fmla="*/ 2171893 h 5957878"/>
              <a:gd name="connsiteX434" fmla="*/ 2962050 w 3387024"/>
              <a:gd name="connsiteY434" fmla="*/ 1577849 h 5957878"/>
              <a:gd name="connsiteX435" fmla="*/ 2923238 w 3387024"/>
              <a:gd name="connsiteY435" fmla="*/ 1381418 h 5957878"/>
              <a:gd name="connsiteX436" fmla="*/ 2932743 w 3387024"/>
              <a:gd name="connsiteY436" fmla="*/ 1356864 h 5957878"/>
              <a:gd name="connsiteX437" fmla="*/ 3084823 w 3387024"/>
              <a:gd name="connsiteY437" fmla="*/ 2358820 h 5957878"/>
              <a:gd name="connsiteX438" fmla="*/ 3114130 w 3387024"/>
              <a:gd name="connsiteY438" fmla="*/ 2506144 h 5957878"/>
              <a:gd name="connsiteX439" fmla="*/ 3114130 w 3387024"/>
              <a:gd name="connsiteY439" fmla="*/ 2486342 h 5957878"/>
              <a:gd name="connsiteX440" fmla="*/ 3075318 w 3387024"/>
              <a:gd name="connsiteY440" fmla="*/ 2171893 h 5957878"/>
              <a:gd name="connsiteX441" fmla="*/ 3065021 w 3387024"/>
              <a:gd name="connsiteY441" fmla="*/ 2073679 h 5957878"/>
              <a:gd name="connsiteX442" fmla="*/ 3109378 w 3387024"/>
              <a:gd name="connsiteY442" fmla="*/ 2377829 h 5957878"/>
              <a:gd name="connsiteX443" fmla="*/ 3124427 w 3387024"/>
              <a:gd name="connsiteY443" fmla="*/ 2407928 h 5957878"/>
              <a:gd name="connsiteX444" fmla="*/ 3075318 w 3387024"/>
              <a:gd name="connsiteY444" fmla="*/ 1950909 h 5957878"/>
              <a:gd name="connsiteX445" fmla="*/ 3020664 w 3387024"/>
              <a:gd name="connsiteY445" fmla="*/ 1642005 h 5957878"/>
              <a:gd name="connsiteX446" fmla="*/ 3011160 w 3387024"/>
              <a:gd name="connsiteY446" fmla="*/ 1548543 h 5957878"/>
              <a:gd name="connsiteX447" fmla="*/ 3045219 w 3387024"/>
              <a:gd name="connsiteY447" fmla="*/ 1656262 h 5957878"/>
              <a:gd name="connsiteX448" fmla="*/ 3094328 w 3387024"/>
              <a:gd name="connsiteY448" fmla="*/ 1990513 h 5957878"/>
              <a:gd name="connsiteX449" fmla="*/ 3114130 w 3387024"/>
              <a:gd name="connsiteY449" fmla="*/ 2053877 h 5957878"/>
              <a:gd name="connsiteX450" fmla="*/ 3143437 w 3387024"/>
              <a:gd name="connsiteY450" fmla="*/ 2270110 h 5957878"/>
              <a:gd name="connsiteX451" fmla="*/ 3148983 w 3387024"/>
              <a:gd name="connsiteY451" fmla="*/ 2368325 h 5957878"/>
              <a:gd name="connsiteX452" fmla="*/ 3163240 w 3387024"/>
              <a:gd name="connsiteY452" fmla="*/ 2412680 h 5957878"/>
              <a:gd name="connsiteX453" fmla="*/ 3178290 w 3387024"/>
              <a:gd name="connsiteY453" fmla="*/ 2466541 h 5957878"/>
              <a:gd name="connsiteX454" fmla="*/ 3118883 w 3387024"/>
              <a:gd name="connsiteY454" fmla="*/ 1990513 h 5957878"/>
              <a:gd name="connsiteX455" fmla="*/ 3060269 w 3387024"/>
              <a:gd name="connsiteY455" fmla="*/ 1597650 h 5957878"/>
              <a:gd name="connsiteX456" fmla="*/ 3015911 w 3387024"/>
              <a:gd name="connsiteY456" fmla="*/ 1337062 h 5957878"/>
              <a:gd name="connsiteX457" fmla="*/ 3015911 w 3387024"/>
              <a:gd name="connsiteY457" fmla="*/ 1273697 h 5957878"/>
              <a:gd name="connsiteX458" fmla="*/ 3065021 w 3387024"/>
              <a:gd name="connsiteY458" fmla="*/ 1567552 h 5957878"/>
              <a:gd name="connsiteX459" fmla="*/ 3118883 w 3387024"/>
              <a:gd name="connsiteY459" fmla="*/ 1881999 h 5957878"/>
              <a:gd name="connsiteX460" fmla="*/ 3124427 w 3387024"/>
              <a:gd name="connsiteY460" fmla="*/ 1828140 h 5957878"/>
              <a:gd name="connsiteX461" fmla="*/ 3035714 w 3387024"/>
              <a:gd name="connsiteY461" fmla="*/ 1322805 h 5957878"/>
              <a:gd name="connsiteX462" fmla="*/ 3045219 w 3387024"/>
              <a:gd name="connsiteY462" fmla="*/ 1327558 h 5957878"/>
              <a:gd name="connsiteX463" fmla="*/ 3055516 w 3387024"/>
              <a:gd name="connsiteY463" fmla="*/ 1381418 h 5957878"/>
              <a:gd name="connsiteX464" fmla="*/ 3315320 w 3387024"/>
              <a:gd name="connsiteY464" fmla="*/ 3222958 h 5957878"/>
              <a:gd name="connsiteX465" fmla="*/ 3330370 w 3387024"/>
              <a:gd name="connsiteY465" fmla="*/ 3453447 h 5957878"/>
              <a:gd name="connsiteX466" fmla="*/ 3335121 w 3387024"/>
              <a:gd name="connsiteY466" fmla="*/ 3610275 h 5957878"/>
              <a:gd name="connsiteX467" fmla="*/ 3345419 w 3387024"/>
              <a:gd name="connsiteY467" fmla="*/ 3561168 h 5957878"/>
              <a:gd name="connsiteX468" fmla="*/ 3339874 w 3387024"/>
              <a:gd name="connsiteY468" fmla="*/ 3536613 h 5957878"/>
              <a:gd name="connsiteX469" fmla="*/ 3320864 w 3387024"/>
              <a:gd name="connsiteY469" fmla="*/ 3154049 h 5957878"/>
              <a:gd name="connsiteX470" fmla="*/ 3335121 w 3387024"/>
              <a:gd name="connsiteY470" fmla="*/ 3222958 h 5957878"/>
              <a:gd name="connsiteX471" fmla="*/ 3350171 w 3387024"/>
              <a:gd name="connsiteY471" fmla="*/ 3531862 h 5957878"/>
              <a:gd name="connsiteX472" fmla="*/ 3359677 w 3387024"/>
              <a:gd name="connsiteY472" fmla="*/ 3743342 h 5957878"/>
              <a:gd name="connsiteX473" fmla="*/ 3374726 w 3387024"/>
              <a:gd name="connsiteY473" fmla="*/ 3713243 h 5957878"/>
              <a:gd name="connsiteX474" fmla="*/ 3379479 w 3387024"/>
              <a:gd name="connsiteY474" fmla="*/ 3831261 h 5957878"/>
              <a:gd name="connsiteX475" fmla="*/ 3339874 w 3387024"/>
              <a:gd name="connsiteY475" fmla="*/ 3993633 h 5957878"/>
              <a:gd name="connsiteX476" fmla="*/ 3290766 w 3387024"/>
              <a:gd name="connsiteY476" fmla="*/ 3983336 h 5957878"/>
              <a:gd name="connsiteX477" fmla="*/ 3301063 w 3387024"/>
              <a:gd name="connsiteY477" fmla="*/ 3969078 h 5957878"/>
              <a:gd name="connsiteX478" fmla="*/ 3281260 w 3387024"/>
              <a:gd name="connsiteY478" fmla="*/ 3983336 h 5957878"/>
              <a:gd name="connsiteX479" fmla="*/ 3251953 w 3387024"/>
              <a:gd name="connsiteY479" fmla="*/ 4003137 h 5957878"/>
              <a:gd name="connsiteX480" fmla="*/ 3217101 w 3387024"/>
              <a:gd name="connsiteY480" fmla="*/ 3993633 h 5957878"/>
              <a:gd name="connsiteX481" fmla="*/ 3198091 w 3387024"/>
              <a:gd name="connsiteY481" fmla="*/ 4007890 h 5957878"/>
              <a:gd name="connsiteX482" fmla="*/ 3173537 w 3387024"/>
              <a:gd name="connsiteY482" fmla="*/ 4003137 h 5957878"/>
              <a:gd name="connsiteX483" fmla="*/ 3138686 w 3387024"/>
              <a:gd name="connsiteY483" fmla="*/ 4033236 h 5957878"/>
              <a:gd name="connsiteX484" fmla="*/ 3094328 w 3387024"/>
              <a:gd name="connsiteY484" fmla="*/ 4033236 h 5957878"/>
              <a:gd name="connsiteX485" fmla="*/ 3124427 w 3387024"/>
              <a:gd name="connsiteY485" fmla="*/ 4047493 h 5957878"/>
              <a:gd name="connsiteX486" fmla="*/ 3026209 w 3387024"/>
              <a:gd name="connsiteY486" fmla="*/ 4056997 h 5957878"/>
              <a:gd name="connsiteX487" fmla="*/ 2966803 w 3387024"/>
              <a:gd name="connsiteY487" fmla="*/ 4067295 h 5957878"/>
              <a:gd name="connsiteX488" fmla="*/ 2957297 w 3387024"/>
              <a:gd name="connsiteY488" fmla="*/ 4096600 h 5957878"/>
              <a:gd name="connsiteX489" fmla="*/ 2809970 w 3387024"/>
              <a:gd name="connsiteY489" fmla="*/ 4106105 h 5957878"/>
              <a:gd name="connsiteX490" fmla="*/ 2780663 w 3387024"/>
              <a:gd name="connsiteY490" fmla="*/ 4130659 h 5957878"/>
              <a:gd name="connsiteX491" fmla="*/ 2750564 w 3387024"/>
              <a:gd name="connsiteY491" fmla="*/ 4136203 h 5957878"/>
              <a:gd name="connsiteX492" fmla="*/ 2687197 w 3387024"/>
              <a:gd name="connsiteY492" fmla="*/ 4145708 h 5957878"/>
              <a:gd name="connsiteX493" fmla="*/ 2657890 w 3387024"/>
              <a:gd name="connsiteY493" fmla="*/ 4175014 h 5957878"/>
              <a:gd name="connsiteX494" fmla="*/ 2618286 w 3387024"/>
              <a:gd name="connsiteY494" fmla="*/ 4175014 h 5957878"/>
              <a:gd name="connsiteX495" fmla="*/ 2573929 w 3387024"/>
              <a:gd name="connsiteY495" fmla="*/ 4194816 h 5957878"/>
              <a:gd name="connsiteX496" fmla="*/ 2505017 w 3387024"/>
              <a:gd name="connsiteY496" fmla="*/ 4204321 h 5957878"/>
              <a:gd name="connsiteX497" fmla="*/ 2544621 w 3387024"/>
              <a:gd name="connsiteY497" fmla="*/ 4312833 h 5957878"/>
              <a:gd name="connsiteX498" fmla="*/ 2578681 w 3387024"/>
              <a:gd name="connsiteY498" fmla="*/ 4405504 h 5957878"/>
              <a:gd name="connsiteX499" fmla="*/ 2505017 w 3387024"/>
              <a:gd name="connsiteY499" fmla="*/ 4277982 h 5957878"/>
              <a:gd name="connsiteX500" fmla="*/ 2510561 w 3387024"/>
              <a:gd name="connsiteY500" fmla="*/ 4302536 h 5957878"/>
              <a:gd name="connsiteX501" fmla="*/ 2638087 w 3387024"/>
              <a:gd name="connsiteY501" fmla="*/ 4597182 h 5957878"/>
              <a:gd name="connsiteX502" fmla="*/ 2760861 w 3387024"/>
              <a:gd name="connsiteY502" fmla="*/ 4902126 h 5957878"/>
              <a:gd name="connsiteX503" fmla="*/ 2873337 w 3387024"/>
              <a:gd name="connsiteY503" fmla="*/ 5221327 h 5957878"/>
              <a:gd name="connsiteX504" fmla="*/ 2805217 w 3387024"/>
              <a:gd name="connsiteY504" fmla="*/ 5043904 h 5957878"/>
              <a:gd name="connsiteX505" fmla="*/ 2780663 w 3387024"/>
              <a:gd name="connsiteY505" fmla="*/ 4985292 h 5957878"/>
              <a:gd name="connsiteX506" fmla="*/ 2790168 w 3387024"/>
              <a:gd name="connsiteY506" fmla="*/ 5043904 h 5957878"/>
              <a:gd name="connsiteX507" fmla="*/ 2932743 w 3387024"/>
              <a:gd name="connsiteY507" fmla="*/ 5446272 h 5957878"/>
              <a:gd name="connsiteX508" fmla="*/ 2790168 w 3387024"/>
              <a:gd name="connsiteY508" fmla="*/ 5078755 h 5957878"/>
              <a:gd name="connsiteX509" fmla="*/ 2775118 w 3387024"/>
              <a:gd name="connsiteY509" fmla="*/ 5054201 h 5957878"/>
              <a:gd name="connsiteX510" fmla="*/ 2785416 w 3387024"/>
              <a:gd name="connsiteY510" fmla="*/ 5078755 h 5957878"/>
              <a:gd name="connsiteX511" fmla="*/ 2857891 w 3387024"/>
              <a:gd name="connsiteY511" fmla="*/ 5285780 h 5957878"/>
              <a:gd name="connsiteX512" fmla="*/ 2901828 w 3387024"/>
              <a:gd name="connsiteY512" fmla="*/ 5419782 h 5957878"/>
              <a:gd name="connsiteX513" fmla="*/ 2891186 w 3387024"/>
              <a:gd name="connsiteY513" fmla="*/ 5403553 h 5957878"/>
              <a:gd name="connsiteX514" fmla="*/ 2890659 w 3387024"/>
              <a:gd name="connsiteY514" fmla="*/ 5402898 h 5957878"/>
              <a:gd name="connsiteX515" fmla="*/ 2888386 w 3387024"/>
              <a:gd name="connsiteY515" fmla="*/ 5397163 h 5957878"/>
              <a:gd name="connsiteX516" fmla="*/ 2854327 w 3387024"/>
              <a:gd name="connsiteY516" fmla="*/ 5304493 h 5957878"/>
              <a:gd name="connsiteX517" fmla="*/ 2868584 w 3387024"/>
              <a:gd name="connsiteY517" fmla="*/ 5372610 h 5957878"/>
              <a:gd name="connsiteX518" fmla="*/ 2871132 w 3387024"/>
              <a:gd name="connsiteY518" fmla="*/ 5379176 h 5957878"/>
              <a:gd name="connsiteX519" fmla="*/ 2862266 w 3387024"/>
              <a:gd name="connsiteY519" fmla="*/ 5378160 h 5957878"/>
              <a:gd name="connsiteX520" fmla="*/ 2872360 w 3387024"/>
              <a:gd name="connsiteY520" fmla="*/ 5399252 h 5957878"/>
              <a:gd name="connsiteX521" fmla="*/ 2887067 w 3387024"/>
              <a:gd name="connsiteY521" fmla="*/ 5422616 h 5957878"/>
              <a:gd name="connsiteX522" fmla="*/ 2893139 w 3387024"/>
              <a:gd name="connsiteY522" fmla="*/ 5441519 h 5957878"/>
              <a:gd name="connsiteX523" fmla="*/ 2863831 w 3387024"/>
              <a:gd name="connsiteY523" fmla="*/ 5386867 h 5957878"/>
              <a:gd name="connsiteX524" fmla="*/ 2736306 w 3387024"/>
              <a:gd name="connsiteY524" fmla="*/ 5034400 h 5957878"/>
              <a:gd name="connsiteX525" fmla="*/ 2676900 w 3387024"/>
              <a:gd name="connsiteY525" fmla="*/ 4902126 h 5957878"/>
              <a:gd name="connsiteX526" fmla="*/ 2682444 w 3387024"/>
              <a:gd name="connsiteY526" fmla="*/ 4921927 h 5957878"/>
              <a:gd name="connsiteX527" fmla="*/ 2785416 w 3387024"/>
              <a:gd name="connsiteY527" fmla="*/ 5211029 h 5957878"/>
              <a:gd name="connsiteX528" fmla="*/ 2825020 w 3387024"/>
              <a:gd name="connsiteY528" fmla="*/ 5319542 h 5957878"/>
              <a:gd name="connsiteX529" fmla="*/ 2794920 w 3387024"/>
              <a:gd name="connsiteY529" fmla="*/ 5260136 h 5957878"/>
              <a:gd name="connsiteX530" fmla="*/ 2672147 w 3387024"/>
              <a:gd name="connsiteY530" fmla="*/ 4940937 h 5957878"/>
              <a:gd name="connsiteX531" fmla="*/ 2618286 w 3387024"/>
              <a:gd name="connsiteY531" fmla="*/ 4818167 h 5957878"/>
              <a:gd name="connsiteX532" fmla="*/ 2653137 w 3387024"/>
              <a:gd name="connsiteY532" fmla="*/ 4906878 h 5957878"/>
              <a:gd name="connsiteX533" fmla="*/ 2682444 w 3387024"/>
              <a:gd name="connsiteY533" fmla="*/ 5000341 h 5957878"/>
              <a:gd name="connsiteX534" fmla="*/ 2618286 w 3387024"/>
              <a:gd name="connsiteY534" fmla="*/ 4842722 h 5957878"/>
              <a:gd name="connsiteX535" fmla="*/ 2588978 w 3387024"/>
              <a:gd name="connsiteY535" fmla="*/ 4798366 h 5957878"/>
              <a:gd name="connsiteX536" fmla="*/ 2510561 w 3387024"/>
              <a:gd name="connsiteY536" fmla="*/ 4621736 h 5957878"/>
              <a:gd name="connsiteX537" fmla="*/ 2495513 w 3387024"/>
              <a:gd name="connsiteY537" fmla="*/ 4597182 h 5957878"/>
              <a:gd name="connsiteX538" fmla="*/ 2510561 w 3387024"/>
              <a:gd name="connsiteY538" fmla="*/ 4646291 h 5957878"/>
              <a:gd name="connsiteX539" fmla="*/ 2657890 w 3387024"/>
              <a:gd name="connsiteY539" fmla="*/ 5034400 h 5957878"/>
              <a:gd name="connsiteX540" fmla="*/ 2524820 w 3387024"/>
              <a:gd name="connsiteY540" fmla="*/ 4715199 h 5957878"/>
              <a:gd name="connsiteX541" fmla="*/ 2495513 w 3387024"/>
              <a:gd name="connsiteY541" fmla="*/ 4685893 h 5957878"/>
              <a:gd name="connsiteX542" fmla="*/ 2642840 w 3387024"/>
              <a:gd name="connsiteY542" fmla="*/ 5068458 h 5957878"/>
              <a:gd name="connsiteX543" fmla="*/ 2642840 w 3387024"/>
              <a:gd name="connsiteY543" fmla="*/ 5108061 h 5957878"/>
              <a:gd name="connsiteX544" fmla="*/ 2535117 w 3387024"/>
              <a:gd name="connsiteY544" fmla="*/ 4857771 h 5957878"/>
              <a:gd name="connsiteX545" fmla="*/ 2510561 w 3387024"/>
              <a:gd name="connsiteY545" fmla="*/ 4818167 h 5957878"/>
              <a:gd name="connsiteX546" fmla="*/ 2593434 w 3387024"/>
              <a:gd name="connsiteY546" fmla="*/ 5032519 h 5957878"/>
              <a:gd name="connsiteX547" fmla="*/ 2627663 w 3387024"/>
              <a:gd name="connsiteY547" fmla="*/ 5118459 h 5957878"/>
              <a:gd name="connsiteX548" fmla="*/ 2601273 w 3387024"/>
              <a:gd name="connsiteY548" fmla="*/ 5088578 h 5957878"/>
              <a:gd name="connsiteX549" fmla="*/ 2624079 w 3387024"/>
              <a:gd name="connsiteY549" fmla="*/ 5147864 h 5957878"/>
              <a:gd name="connsiteX550" fmla="*/ 2657309 w 3387024"/>
              <a:gd name="connsiteY550" fmla="*/ 5196132 h 5957878"/>
              <a:gd name="connsiteX551" fmla="*/ 2672147 w 3387024"/>
              <a:gd name="connsiteY551" fmla="*/ 5235583 h 5957878"/>
              <a:gd name="connsiteX552" fmla="*/ 2673951 w 3387024"/>
              <a:gd name="connsiteY552" fmla="*/ 5240333 h 5957878"/>
              <a:gd name="connsiteX553" fmla="*/ 2659686 w 3387024"/>
              <a:gd name="connsiteY553" fmla="*/ 5221974 h 5957878"/>
              <a:gd name="connsiteX554" fmla="*/ 2605579 w 3387024"/>
              <a:gd name="connsiteY554" fmla="*/ 5147101 h 5957878"/>
              <a:gd name="connsiteX555" fmla="*/ 2485010 w 3387024"/>
              <a:gd name="connsiteY555" fmla="*/ 4965082 h 5957878"/>
              <a:gd name="connsiteX556" fmla="*/ 2513757 w 3387024"/>
              <a:gd name="connsiteY556" fmla="*/ 5028534 h 5957878"/>
              <a:gd name="connsiteX557" fmla="*/ 2567324 w 3387024"/>
              <a:gd name="connsiteY557" fmla="*/ 5116069 h 5957878"/>
              <a:gd name="connsiteX558" fmla="*/ 2577775 w 3387024"/>
              <a:gd name="connsiteY558" fmla="*/ 5154635 h 5957878"/>
              <a:gd name="connsiteX559" fmla="*/ 2603809 w 3387024"/>
              <a:gd name="connsiteY559" fmla="*/ 5183202 h 5957878"/>
              <a:gd name="connsiteX560" fmla="*/ 2614502 w 3387024"/>
              <a:gd name="connsiteY560" fmla="*/ 5222665 h 5957878"/>
              <a:gd name="connsiteX561" fmla="*/ 2671749 w 3387024"/>
              <a:gd name="connsiteY561" fmla="*/ 5302464 h 5957878"/>
              <a:gd name="connsiteX562" fmla="*/ 2633251 w 3387024"/>
              <a:gd name="connsiteY562" fmla="*/ 5270535 h 5957878"/>
              <a:gd name="connsiteX563" fmla="*/ 2594301 w 3387024"/>
              <a:gd name="connsiteY563" fmla="*/ 5215623 h 5957878"/>
              <a:gd name="connsiteX564" fmla="*/ 2567504 w 3387024"/>
              <a:gd name="connsiteY564" fmla="*/ 5205556 h 5957878"/>
              <a:gd name="connsiteX565" fmla="*/ 2516233 w 3387024"/>
              <a:gd name="connsiteY565" fmla="*/ 5134487 h 5957878"/>
              <a:gd name="connsiteX566" fmla="*/ 2463714 w 3387024"/>
              <a:gd name="connsiteY566" fmla="*/ 5042466 h 5957878"/>
              <a:gd name="connsiteX567" fmla="*/ 2465047 w 3387024"/>
              <a:gd name="connsiteY567" fmla="*/ 5044323 h 5957878"/>
              <a:gd name="connsiteX568" fmla="*/ 2468172 w 3387024"/>
              <a:gd name="connsiteY568" fmla="*/ 5048811 h 5957878"/>
              <a:gd name="connsiteX569" fmla="*/ 2467522 w 3387024"/>
              <a:gd name="connsiteY569" fmla="*/ 5047772 h 5957878"/>
              <a:gd name="connsiteX570" fmla="*/ 2465047 w 3387024"/>
              <a:gd name="connsiteY570" fmla="*/ 5044323 h 5957878"/>
              <a:gd name="connsiteX571" fmla="*/ 2463530 w 3387024"/>
              <a:gd name="connsiteY571" fmla="*/ 5042145 h 5957878"/>
              <a:gd name="connsiteX572" fmla="*/ 2463714 w 3387024"/>
              <a:gd name="connsiteY572" fmla="*/ 5042466 h 5957878"/>
              <a:gd name="connsiteX573" fmla="*/ 2455826 w 3387024"/>
              <a:gd name="connsiteY573" fmla="*/ 5031476 h 5957878"/>
              <a:gd name="connsiteX574" fmla="*/ 2429199 w 3387024"/>
              <a:gd name="connsiteY574" fmla="*/ 5004274 h 5957878"/>
              <a:gd name="connsiteX575" fmla="*/ 2469606 w 3387024"/>
              <a:gd name="connsiteY575" fmla="*/ 5064567 h 5957878"/>
              <a:gd name="connsiteX576" fmla="*/ 2593989 w 3387024"/>
              <a:gd name="connsiteY576" fmla="*/ 5257106 h 5957878"/>
              <a:gd name="connsiteX577" fmla="*/ 2622980 w 3387024"/>
              <a:gd name="connsiteY577" fmla="*/ 5321456 h 5957878"/>
              <a:gd name="connsiteX578" fmla="*/ 2658007 w 3387024"/>
              <a:gd name="connsiteY578" fmla="*/ 5383207 h 5957878"/>
              <a:gd name="connsiteX579" fmla="*/ 2643118 w 3387024"/>
              <a:gd name="connsiteY579" fmla="*/ 5417087 h 5957878"/>
              <a:gd name="connsiteX580" fmla="*/ 2731016 w 3387024"/>
              <a:gd name="connsiteY580" fmla="*/ 5542493 h 5957878"/>
              <a:gd name="connsiteX581" fmla="*/ 2764736 w 3387024"/>
              <a:gd name="connsiteY581" fmla="*/ 5590842 h 5957878"/>
              <a:gd name="connsiteX582" fmla="*/ 2765613 w 3387024"/>
              <a:gd name="connsiteY582" fmla="*/ 5598347 h 5957878"/>
              <a:gd name="connsiteX583" fmla="*/ 2769765 w 3387024"/>
              <a:gd name="connsiteY583" fmla="*/ 5619583 h 5957878"/>
              <a:gd name="connsiteX584" fmla="*/ 2758524 w 3387024"/>
              <a:gd name="connsiteY584" fmla="*/ 5604477 h 5957878"/>
              <a:gd name="connsiteX585" fmla="*/ 2590044 w 3387024"/>
              <a:gd name="connsiteY585" fmla="*/ 5377556 h 5957878"/>
              <a:gd name="connsiteX586" fmla="*/ 2524499 w 3387024"/>
              <a:gd name="connsiteY586" fmla="*/ 5288452 h 5957878"/>
              <a:gd name="connsiteX587" fmla="*/ 2471627 w 3387024"/>
              <a:gd name="connsiteY587" fmla="*/ 5224798 h 5957878"/>
              <a:gd name="connsiteX588" fmla="*/ 2437295 w 3387024"/>
              <a:gd name="connsiteY588" fmla="*/ 5186926 h 5957878"/>
              <a:gd name="connsiteX589" fmla="*/ 2399492 w 3387024"/>
              <a:gd name="connsiteY589" fmla="*/ 5178878 h 5957878"/>
              <a:gd name="connsiteX590" fmla="*/ 2498847 w 3387024"/>
              <a:gd name="connsiteY590" fmla="*/ 5325249 h 5957878"/>
              <a:gd name="connsiteX591" fmla="*/ 2558247 w 3387024"/>
              <a:gd name="connsiteY591" fmla="*/ 5434309 h 5957878"/>
              <a:gd name="connsiteX592" fmla="*/ 2560400 w 3387024"/>
              <a:gd name="connsiteY592" fmla="*/ 5463570 h 5957878"/>
              <a:gd name="connsiteX593" fmla="*/ 2637402 w 3387024"/>
              <a:gd name="connsiteY593" fmla="*/ 5573637 h 5957878"/>
              <a:gd name="connsiteX594" fmla="*/ 2608585 w 3387024"/>
              <a:gd name="connsiteY594" fmla="*/ 5552564 h 5957878"/>
              <a:gd name="connsiteX595" fmla="*/ 2611562 w 3387024"/>
              <a:gd name="connsiteY595" fmla="*/ 5552197 h 5957878"/>
              <a:gd name="connsiteX596" fmla="*/ 2615424 w 3387024"/>
              <a:gd name="connsiteY596" fmla="*/ 5556487 h 5957878"/>
              <a:gd name="connsiteX597" fmla="*/ 2613476 w 3387024"/>
              <a:gd name="connsiteY597" fmla="*/ 5551961 h 5957878"/>
              <a:gd name="connsiteX598" fmla="*/ 2611562 w 3387024"/>
              <a:gd name="connsiteY598" fmla="*/ 5552197 h 5957878"/>
              <a:gd name="connsiteX599" fmla="*/ 2604460 w 3387024"/>
              <a:gd name="connsiteY599" fmla="*/ 5544310 h 5957878"/>
              <a:gd name="connsiteX600" fmla="*/ 2601223 w 3387024"/>
              <a:gd name="connsiteY600" fmla="*/ 5537831 h 5957878"/>
              <a:gd name="connsiteX601" fmla="*/ 2596230 w 3387024"/>
              <a:gd name="connsiteY601" fmla="*/ 5531843 h 5957878"/>
              <a:gd name="connsiteX602" fmla="*/ 2570648 w 3387024"/>
              <a:gd name="connsiteY602" fmla="*/ 5526260 h 5957878"/>
              <a:gd name="connsiteX603" fmla="*/ 2495104 w 3387024"/>
              <a:gd name="connsiteY603" fmla="*/ 5421575 h 5957878"/>
              <a:gd name="connsiteX604" fmla="*/ 2475146 w 3387024"/>
              <a:gd name="connsiteY604" fmla="*/ 5415430 h 5957878"/>
              <a:gd name="connsiteX605" fmla="*/ 2387248 w 3387024"/>
              <a:gd name="connsiteY605" fmla="*/ 5290023 h 5957878"/>
              <a:gd name="connsiteX606" fmla="*/ 2304170 w 3387024"/>
              <a:gd name="connsiteY606" fmla="*/ 5157535 h 5957878"/>
              <a:gd name="connsiteX607" fmla="*/ 2289351 w 3387024"/>
              <a:gd name="connsiteY607" fmla="*/ 5149035 h 5957878"/>
              <a:gd name="connsiteX608" fmla="*/ 2366486 w 3387024"/>
              <a:gd name="connsiteY608" fmla="*/ 5277357 h 5957878"/>
              <a:gd name="connsiteX609" fmla="*/ 2575292 w 3387024"/>
              <a:gd name="connsiteY609" fmla="*/ 5596245 h 5957878"/>
              <a:gd name="connsiteX610" fmla="*/ 2688664 w 3387024"/>
              <a:gd name="connsiteY610" fmla="*/ 5752498 h 5957878"/>
              <a:gd name="connsiteX611" fmla="*/ 2691949 w 3387024"/>
              <a:gd name="connsiteY611" fmla="*/ 5766561 h 5957878"/>
              <a:gd name="connsiteX612" fmla="*/ 2701275 w 3387024"/>
              <a:gd name="connsiteY612" fmla="*/ 5798911 h 5957878"/>
              <a:gd name="connsiteX613" fmla="*/ 2662783 w 3387024"/>
              <a:gd name="connsiteY613" fmla="*/ 5752569 h 5957878"/>
              <a:gd name="connsiteX614" fmla="*/ 2633589 w 3387024"/>
              <a:gd name="connsiteY614" fmla="*/ 5712343 h 5957878"/>
              <a:gd name="connsiteX615" fmla="*/ 2633589 w 3387024"/>
              <a:gd name="connsiteY615" fmla="*/ 5712343 h 5957878"/>
              <a:gd name="connsiteX616" fmla="*/ 2662783 w 3387024"/>
              <a:gd name="connsiteY616" fmla="*/ 5752569 h 5957878"/>
              <a:gd name="connsiteX617" fmla="*/ 2694031 w 3387024"/>
              <a:gd name="connsiteY617" fmla="*/ 5803420 h 5957878"/>
              <a:gd name="connsiteX618" fmla="*/ 2682444 w 3387024"/>
              <a:gd name="connsiteY618" fmla="*/ 5809826 h 5957878"/>
              <a:gd name="connsiteX619" fmla="*/ 2682444 w 3387024"/>
              <a:gd name="connsiteY619" fmla="*/ 5799531 h 5957878"/>
              <a:gd name="connsiteX620" fmla="*/ 2682444 w 3387024"/>
              <a:gd name="connsiteY620" fmla="*/ 5809826 h 5957878"/>
              <a:gd name="connsiteX621" fmla="*/ 2689690 w 3387024"/>
              <a:gd name="connsiteY621" fmla="*/ 5829954 h 5957878"/>
              <a:gd name="connsiteX622" fmla="*/ 2654578 w 3387024"/>
              <a:gd name="connsiteY622" fmla="*/ 5785178 h 5957878"/>
              <a:gd name="connsiteX623" fmla="*/ 2645575 w 3387024"/>
              <a:gd name="connsiteY623" fmla="*/ 5769357 h 5957878"/>
              <a:gd name="connsiteX624" fmla="*/ 2642840 w 3387024"/>
              <a:gd name="connsiteY624" fmla="*/ 5760719 h 5957878"/>
              <a:gd name="connsiteX625" fmla="*/ 2639448 w 3387024"/>
              <a:gd name="connsiteY625" fmla="*/ 5765884 h 5957878"/>
              <a:gd name="connsiteX626" fmla="*/ 2592469 w 3387024"/>
              <a:gd name="connsiteY626" fmla="*/ 5705975 h 5957878"/>
              <a:gd name="connsiteX627" fmla="*/ 2583397 w 3387024"/>
              <a:gd name="connsiteY627" fmla="*/ 5683889 h 5957878"/>
              <a:gd name="connsiteX628" fmla="*/ 2564424 w 3387024"/>
              <a:gd name="connsiteY628" fmla="*/ 5632405 h 5957878"/>
              <a:gd name="connsiteX629" fmla="*/ 2535117 w 3387024"/>
              <a:gd name="connsiteY629" fmla="*/ 5573792 h 5957878"/>
              <a:gd name="connsiteX630" fmla="*/ 2573929 w 3387024"/>
              <a:gd name="connsiteY630" fmla="*/ 5681513 h 5957878"/>
              <a:gd name="connsiteX631" fmla="*/ 2574261 w 3387024"/>
              <a:gd name="connsiteY631" fmla="*/ 5682756 h 5957878"/>
              <a:gd name="connsiteX632" fmla="*/ 2561454 w 3387024"/>
              <a:gd name="connsiteY632" fmla="*/ 5666424 h 5957878"/>
              <a:gd name="connsiteX633" fmla="*/ 2349625 w 3387024"/>
              <a:gd name="connsiteY633" fmla="*/ 5371462 h 5957878"/>
              <a:gd name="connsiteX634" fmla="*/ 2369522 w 3387024"/>
              <a:gd name="connsiteY634" fmla="*/ 5412913 h 5957878"/>
              <a:gd name="connsiteX635" fmla="*/ 2353561 w 3387024"/>
              <a:gd name="connsiteY635" fmla="*/ 5401949 h 5957878"/>
              <a:gd name="connsiteX636" fmla="*/ 2308580 w 3387024"/>
              <a:gd name="connsiteY636" fmla="*/ 5294988 h 5957878"/>
              <a:gd name="connsiteX637" fmla="*/ 2335562 w 3387024"/>
              <a:gd name="connsiteY637" fmla="*/ 5379390 h 5957878"/>
              <a:gd name="connsiteX638" fmla="*/ 2332303 w 3387024"/>
              <a:gd name="connsiteY638" fmla="*/ 5375103 h 5957878"/>
              <a:gd name="connsiteX639" fmla="*/ 2253116 w 3387024"/>
              <a:gd name="connsiteY639" fmla="*/ 5278234 h 5957878"/>
              <a:gd name="connsiteX640" fmla="*/ 2344625 w 3387024"/>
              <a:gd name="connsiteY640" fmla="*/ 5438283 h 5957878"/>
              <a:gd name="connsiteX641" fmla="*/ 2320744 w 3387024"/>
              <a:gd name="connsiteY641" fmla="*/ 5438978 h 5957878"/>
              <a:gd name="connsiteX642" fmla="*/ 2326820 w 3387024"/>
              <a:gd name="connsiteY642" fmla="*/ 5461400 h 5957878"/>
              <a:gd name="connsiteX643" fmla="*/ 2271032 w 3387024"/>
              <a:gd name="connsiteY643" fmla="*/ 5386983 h 5957878"/>
              <a:gd name="connsiteX644" fmla="*/ 2219167 w 3387024"/>
              <a:gd name="connsiteY644" fmla="*/ 5305726 h 5957878"/>
              <a:gd name="connsiteX645" fmla="*/ 2200667 w 3387024"/>
              <a:gd name="connsiteY645" fmla="*/ 5304962 h 5957878"/>
              <a:gd name="connsiteX646" fmla="*/ 2134879 w 3387024"/>
              <a:gd name="connsiteY646" fmla="*/ 5214963 h 5957878"/>
              <a:gd name="connsiteX647" fmla="*/ 2169703 w 3387024"/>
              <a:gd name="connsiteY647" fmla="*/ 5300837 h 5957878"/>
              <a:gd name="connsiteX648" fmla="*/ 2233026 w 3387024"/>
              <a:gd name="connsiteY648" fmla="*/ 5403058 h 5957878"/>
              <a:gd name="connsiteX649" fmla="*/ 2348908 w 3387024"/>
              <a:gd name="connsiteY649" fmla="*/ 5610417 h 5957878"/>
              <a:gd name="connsiteX650" fmla="*/ 2221499 w 3387024"/>
              <a:gd name="connsiteY650" fmla="*/ 5424474 h 5957878"/>
              <a:gd name="connsiteX651" fmla="*/ 2156273 w 3387024"/>
              <a:gd name="connsiteY651" fmla="*/ 5340098 h 5957878"/>
              <a:gd name="connsiteX652" fmla="*/ 2129475 w 3387024"/>
              <a:gd name="connsiteY652" fmla="*/ 5330031 h 5957878"/>
              <a:gd name="connsiteX653" fmla="*/ 2075347 w 3387024"/>
              <a:gd name="connsiteY653" fmla="*/ 5236871 h 5957878"/>
              <a:gd name="connsiteX654" fmla="*/ 2049001 w 3387024"/>
              <a:gd name="connsiteY654" fmla="*/ 5249787 h 5957878"/>
              <a:gd name="connsiteX655" fmla="*/ 1971102 w 3387024"/>
              <a:gd name="connsiteY655" fmla="*/ 5139963 h 5957878"/>
              <a:gd name="connsiteX656" fmla="*/ 1971102 w 3387024"/>
              <a:gd name="connsiteY656" fmla="*/ 5139963 h 5957878"/>
              <a:gd name="connsiteX657" fmla="*/ 2027585 w 3387024"/>
              <a:gd name="connsiteY657" fmla="*/ 5238260 h 5957878"/>
              <a:gd name="connsiteX658" fmla="*/ 2111358 w 3387024"/>
              <a:gd name="connsiteY658" fmla="*/ 5394630 h 5957878"/>
              <a:gd name="connsiteX659" fmla="*/ 2025613 w 3387024"/>
              <a:gd name="connsiteY659" fmla="*/ 5298486 h 5957878"/>
              <a:gd name="connsiteX660" fmla="*/ 2038216 w 3387024"/>
              <a:gd name="connsiteY660" fmla="*/ 5366313 h 5957878"/>
              <a:gd name="connsiteX661" fmla="*/ 1987809 w 3387024"/>
              <a:gd name="connsiteY661" fmla="*/ 5290437 h 5957878"/>
              <a:gd name="connsiteX662" fmla="*/ 1937402 w 3387024"/>
              <a:gd name="connsiteY662" fmla="*/ 5214561 h 5957878"/>
              <a:gd name="connsiteX663" fmla="*/ 1989962 w 3387024"/>
              <a:gd name="connsiteY663" fmla="*/ 5319699 h 5957878"/>
              <a:gd name="connsiteX664" fmla="*/ 1977651 w 3387024"/>
              <a:gd name="connsiteY664" fmla="*/ 5309632 h 5957878"/>
              <a:gd name="connsiteX665" fmla="*/ 1972659 w 3387024"/>
              <a:gd name="connsiteY665" fmla="*/ 5304908 h 5957878"/>
              <a:gd name="connsiteX666" fmla="*/ 1934727 w 3387024"/>
              <a:gd name="connsiteY666" fmla="*/ 5215286 h 5957878"/>
              <a:gd name="connsiteX667" fmla="*/ 1916498 w 3387024"/>
              <a:gd name="connsiteY667" fmla="*/ 5172219 h 5957878"/>
              <a:gd name="connsiteX668" fmla="*/ 1916498 w 3387024"/>
              <a:gd name="connsiteY668" fmla="*/ 5172219 h 5957878"/>
              <a:gd name="connsiteX669" fmla="*/ 1938739 w 3387024"/>
              <a:gd name="connsiteY669" fmla="*/ 5246227 h 5957878"/>
              <a:gd name="connsiteX670" fmla="*/ 1955997 w 3387024"/>
              <a:gd name="connsiteY670" fmla="*/ 5291450 h 5957878"/>
              <a:gd name="connsiteX671" fmla="*/ 1950676 w 3387024"/>
              <a:gd name="connsiteY671" fmla="*/ 5290136 h 5957878"/>
              <a:gd name="connsiteX672" fmla="*/ 1967539 w 3387024"/>
              <a:gd name="connsiteY672" fmla="*/ 5325775 h 5957878"/>
              <a:gd name="connsiteX673" fmla="*/ 1972109 w 3387024"/>
              <a:gd name="connsiteY673" fmla="*/ 5333763 h 5957878"/>
              <a:gd name="connsiteX674" fmla="*/ 1992131 w 3387024"/>
              <a:gd name="connsiteY674" fmla="*/ 5386520 h 5957878"/>
              <a:gd name="connsiteX675" fmla="*/ 2013926 w 3387024"/>
              <a:gd name="connsiteY675" fmla="*/ 5460529 h 5957878"/>
              <a:gd name="connsiteX676" fmla="*/ 1941053 w 3387024"/>
              <a:gd name="connsiteY676" fmla="*/ 5290235 h 5957878"/>
              <a:gd name="connsiteX677" fmla="*/ 1935508 w 3387024"/>
              <a:gd name="connsiteY677" fmla="*/ 5304493 h 5957878"/>
              <a:gd name="connsiteX678" fmla="*/ 2016595 w 3387024"/>
              <a:gd name="connsiteY678" fmla="*/ 5517939 h 5957878"/>
              <a:gd name="connsiteX679" fmla="*/ 2011981 w 3387024"/>
              <a:gd name="connsiteY679" fmla="*/ 5511095 h 5957878"/>
              <a:gd name="connsiteX680" fmla="*/ 1974490 w 3387024"/>
              <a:gd name="connsiteY680" fmla="*/ 5461564 h 5957878"/>
              <a:gd name="connsiteX681" fmla="*/ 1944532 w 3387024"/>
              <a:gd name="connsiteY681" fmla="*/ 5439837 h 5957878"/>
              <a:gd name="connsiteX682" fmla="*/ 1948907 w 3387024"/>
              <a:gd name="connsiteY682" fmla="*/ 5455981 h 5957878"/>
              <a:gd name="connsiteX683" fmla="*/ 1935720 w 3387024"/>
              <a:gd name="connsiteY683" fmla="*/ 5496139 h 5957878"/>
              <a:gd name="connsiteX684" fmla="*/ 1847712 w 3387024"/>
              <a:gd name="connsiteY684" fmla="*/ 5388091 h 5957878"/>
              <a:gd name="connsiteX685" fmla="*/ 1898611 w 3387024"/>
              <a:gd name="connsiteY685" fmla="*/ 5511971 h 5957878"/>
              <a:gd name="connsiteX686" fmla="*/ 1882881 w 3387024"/>
              <a:gd name="connsiteY686" fmla="*/ 5501943 h 5957878"/>
              <a:gd name="connsiteX687" fmla="*/ 1875688 w 3387024"/>
              <a:gd name="connsiteY687" fmla="*/ 5493841 h 5957878"/>
              <a:gd name="connsiteX688" fmla="*/ 1818280 w 3387024"/>
              <a:gd name="connsiteY688" fmla="*/ 5348055 h 5957878"/>
              <a:gd name="connsiteX689" fmla="*/ 1783428 w 3387024"/>
              <a:gd name="connsiteY689" fmla="*/ 5260136 h 5957878"/>
              <a:gd name="connsiteX690" fmla="*/ 1798478 w 3387024"/>
              <a:gd name="connsiteY690" fmla="*/ 5319542 h 5957878"/>
              <a:gd name="connsiteX691" fmla="*/ 1858577 w 3387024"/>
              <a:gd name="connsiteY691" fmla="*/ 5472112 h 5957878"/>
              <a:gd name="connsiteX692" fmla="*/ 1860055 w 3387024"/>
              <a:gd name="connsiteY692" fmla="*/ 5476232 h 5957878"/>
              <a:gd name="connsiteX693" fmla="*/ 1859865 w 3387024"/>
              <a:gd name="connsiteY693" fmla="*/ 5476018 h 5957878"/>
              <a:gd name="connsiteX694" fmla="*/ 1853273 w 3387024"/>
              <a:gd name="connsiteY694" fmla="*/ 5476120 h 5957878"/>
              <a:gd name="connsiteX695" fmla="*/ 1876731 w 3387024"/>
              <a:gd name="connsiteY695" fmla="*/ 5522729 h 5957878"/>
              <a:gd name="connsiteX696" fmla="*/ 1910954 w 3387024"/>
              <a:gd name="connsiteY696" fmla="*/ 5618148 h 5957878"/>
              <a:gd name="connsiteX697" fmla="*/ 1916153 w 3387024"/>
              <a:gd name="connsiteY697" fmla="*/ 5631103 h 5957878"/>
              <a:gd name="connsiteX698" fmla="*/ 1888373 w 3387024"/>
              <a:gd name="connsiteY698" fmla="*/ 5595375 h 5957878"/>
              <a:gd name="connsiteX699" fmla="*/ 1845919 w 3387024"/>
              <a:gd name="connsiteY699" fmla="*/ 5537802 h 5957878"/>
              <a:gd name="connsiteX700" fmla="*/ 1798428 w 3387024"/>
              <a:gd name="connsiteY700" fmla="*/ 5472689 h 5957878"/>
              <a:gd name="connsiteX701" fmla="*/ 1822038 w 3387024"/>
              <a:gd name="connsiteY701" fmla="*/ 5538498 h 5957878"/>
              <a:gd name="connsiteX702" fmla="*/ 1858522 w 3387024"/>
              <a:gd name="connsiteY702" fmla="*/ 5605630 h 5957878"/>
              <a:gd name="connsiteX703" fmla="*/ 1792775 w 3387024"/>
              <a:gd name="connsiteY703" fmla="*/ 5540651 h 5957878"/>
              <a:gd name="connsiteX704" fmla="*/ 1770555 w 3387024"/>
              <a:gd name="connsiteY704" fmla="*/ 5522603 h 5957878"/>
              <a:gd name="connsiteX705" fmla="*/ 1798609 w 3387024"/>
              <a:gd name="connsiteY705" fmla="*/ 5562176 h 5957878"/>
              <a:gd name="connsiteX706" fmla="*/ 1780242 w 3387024"/>
              <a:gd name="connsiteY706" fmla="*/ 5579669 h 5957878"/>
              <a:gd name="connsiteX707" fmla="*/ 1824371 w 3387024"/>
              <a:gd name="connsiteY707" fmla="*/ 5657246 h 5957878"/>
              <a:gd name="connsiteX708" fmla="*/ 1805310 w 3387024"/>
              <a:gd name="connsiteY708" fmla="*/ 5650858 h 5957878"/>
              <a:gd name="connsiteX709" fmla="*/ 1785873 w 3387024"/>
              <a:gd name="connsiteY709" fmla="*/ 5625317 h 5957878"/>
              <a:gd name="connsiteX710" fmla="*/ 1774346 w 3387024"/>
              <a:gd name="connsiteY710" fmla="*/ 5646733 h 5957878"/>
              <a:gd name="connsiteX711" fmla="*/ 1768588 w 3387024"/>
              <a:gd name="connsiteY711" fmla="*/ 5634033 h 5957878"/>
              <a:gd name="connsiteX712" fmla="*/ 1752195 w 3387024"/>
              <a:gd name="connsiteY712" fmla="*/ 5607745 h 5957878"/>
              <a:gd name="connsiteX713" fmla="*/ 1751745 w 3387024"/>
              <a:gd name="connsiteY713" fmla="*/ 5606565 h 5957878"/>
              <a:gd name="connsiteX714" fmla="*/ 1631348 w 3387024"/>
              <a:gd name="connsiteY714" fmla="*/ 5294988 h 5957878"/>
              <a:gd name="connsiteX715" fmla="*/ 1474516 w 3387024"/>
              <a:gd name="connsiteY715" fmla="*/ 4951233 h 5957878"/>
              <a:gd name="connsiteX716" fmla="*/ 1282831 w 3387024"/>
              <a:gd name="connsiteY716" fmla="*/ 4641538 h 5957878"/>
              <a:gd name="connsiteX717" fmla="*/ 1552931 w 3387024"/>
              <a:gd name="connsiteY717" fmla="*/ 5157169 h 5957878"/>
              <a:gd name="connsiteX718" fmla="*/ 1744616 w 3387024"/>
              <a:gd name="connsiteY718" fmla="*/ 5647454 h 5957878"/>
              <a:gd name="connsiteX719" fmla="*/ 1746218 w 3387024"/>
              <a:gd name="connsiteY719" fmla="*/ 5652498 h 5957878"/>
              <a:gd name="connsiteX720" fmla="*/ 1730279 w 3387024"/>
              <a:gd name="connsiteY720" fmla="*/ 5632560 h 5957878"/>
              <a:gd name="connsiteX721" fmla="*/ 1727361 w 3387024"/>
              <a:gd name="connsiteY721" fmla="*/ 5630511 h 5957878"/>
              <a:gd name="connsiteX722" fmla="*/ 1724814 w 3387024"/>
              <a:gd name="connsiteY722" fmla="*/ 5622902 h 5957878"/>
              <a:gd name="connsiteX723" fmla="*/ 1533130 w 3387024"/>
              <a:gd name="connsiteY723" fmla="*/ 5152417 h 5957878"/>
              <a:gd name="connsiteX724" fmla="*/ 1331940 w 3387024"/>
              <a:gd name="connsiteY724" fmla="*/ 4773812 h 5957878"/>
              <a:gd name="connsiteX725" fmla="*/ 1297088 w 3387024"/>
              <a:gd name="connsiteY725" fmla="*/ 4719952 h 5957878"/>
              <a:gd name="connsiteX726" fmla="*/ 1321643 w 3387024"/>
              <a:gd name="connsiteY726" fmla="*/ 4784108 h 5957878"/>
              <a:gd name="connsiteX727" fmla="*/ 1356494 w 3387024"/>
              <a:gd name="connsiteY727" fmla="*/ 4857771 h 5957878"/>
              <a:gd name="connsiteX728" fmla="*/ 1425406 w 3387024"/>
              <a:gd name="connsiteY728" fmla="*/ 4975788 h 5957878"/>
              <a:gd name="connsiteX729" fmla="*/ 1518080 w 3387024"/>
              <a:gd name="connsiteY729" fmla="*/ 5161922 h 5957878"/>
              <a:gd name="connsiteX730" fmla="*/ 1552931 w 3387024"/>
              <a:gd name="connsiteY730" fmla="*/ 5255385 h 5957878"/>
              <a:gd name="connsiteX731" fmla="*/ 1562437 w 3387024"/>
              <a:gd name="connsiteY731" fmla="*/ 5279938 h 5957878"/>
              <a:gd name="connsiteX732" fmla="*/ 1700260 w 3387024"/>
              <a:gd name="connsiteY732" fmla="*/ 5662504 h 5957878"/>
              <a:gd name="connsiteX733" fmla="*/ 1542634 w 3387024"/>
              <a:gd name="connsiteY733" fmla="*/ 5264889 h 5957878"/>
              <a:gd name="connsiteX734" fmla="*/ 1484020 w 3387024"/>
              <a:gd name="connsiteY734" fmla="*/ 5132616 h 5957878"/>
              <a:gd name="connsiteX735" fmla="*/ 1484020 w 3387024"/>
              <a:gd name="connsiteY735" fmla="*/ 5157169 h 5957878"/>
              <a:gd name="connsiteX736" fmla="*/ 1499070 w 3387024"/>
              <a:gd name="connsiteY736" fmla="*/ 5192020 h 5957878"/>
              <a:gd name="connsiteX737" fmla="*/ 1675704 w 3387024"/>
              <a:gd name="connsiteY737" fmla="*/ 5667256 h 5957878"/>
              <a:gd name="connsiteX738" fmla="*/ 1444416 w 3387024"/>
              <a:gd name="connsiteY738" fmla="*/ 5127863 h 5957878"/>
              <a:gd name="connsiteX739" fmla="*/ 1184613 w 3387024"/>
              <a:gd name="connsiteY739" fmla="*/ 4661340 h 5957878"/>
              <a:gd name="connsiteX740" fmla="*/ 1169563 w 3387024"/>
              <a:gd name="connsiteY740" fmla="*/ 4651835 h 5957878"/>
              <a:gd name="connsiteX741" fmla="*/ 1238474 w 3387024"/>
              <a:gd name="connsiteY741" fmla="*/ 4769060 h 5957878"/>
              <a:gd name="connsiteX742" fmla="*/ 1640853 w 3387024"/>
              <a:gd name="connsiteY742" fmla="*/ 5637158 h 5957878"/>
              <a:gd name="connsiteX743" fmla="*/ 1685210 w 3387024"/>
              <a:gd name="connsiteY743" fmla="*/ 5809826 h 5957878"/>
              <a:gd name="connsiteX744" fmla="*/ 1700260 w 3387024"/>
              <a:gd name="connsiteY744" fmla="*/ 5853390 h 5957878"/>
              <a:gd name="connsiteX745" fmla="*/ 1700260 w 3387024"/>
              <a:gd name="connsiteY745" fmla="*/ 5883489 h 5957878"/>
              <a:gd name="connsiteX746" fmla="*/ 1636101 w 3387024"/>
              <a:gd name="connsiteY746" fmla="*/ 5725869 h 5957878"/>
              <a:gd name="connsiteX747" fmla="*/ 1410357 w 3387024"/>
              <a:gd name="connsiteY747" fmla="*/ 5176970 h 5957878"/>
              <a:gd name="connsiteX748" fmla="*/ 1258276 w 3387024"/>
              <a:gd name="connsiteY748" fmla="*/ 4882324 h 5957878"/>
              <a:gd name="connsiteX749" fmla="*/ 1140256 w 3387024"/>
              <a:gd name="connsiteY749" fmla="*/ 4670843 h 5957878"/>
              <a:gd name="connsiteX750" fmla="*/ 1091147 w 3387024"/>
              <a:gd name="connsiteY750" fmla="*/ 4607479 h 5957878"/>
              <a:gd name="connsiteX751" fmla="*/ 1101444 w 3387024"/>
              <a:gd name="connsiteY751" fmla="*/ 4641538 h 5957878"/>
              <a:gd name="connsiteX752" fmla="*/ 1390554 w 3387024"/>
              <a:gd name="connsiteY752" fmla="*/ 5161922 h 5957878"/>
              <a:gd name="connsiteX753" fmla="*/ 1606794 w 3387024"/>
              <a:gd name="connsiteY753" fmla="*/ 5696562 h 5957878"/>
              <a:gd name="connsiteX754" fmla="*/ 1636101 w 3387024"/>
              <a:gd name="connsiteY754" fmla="*/ 5779729 h 5957878"/>
              <a:gd name="connsiteX755" fmla="*/ 1626596 w 3387024"/>
              <a:gd name="connsiteY755" fmla="*/ 5799531 h 5957878"/>
              <a:gd name="connsiteX756" fmla="*/ 1631348 w 3387024"/>
              <a:gd name="connsiteY756" fmla="*/ 5824084 h 5957878"/>
              <a:gd name="connsiteX757" fmla="*/ 1582238 w 3387024"/>
              <a:gd name="connsiteY757" fmla="*/ 5730620 h 5957878"/>
              <a:gd name="connsiteX758" fmla="*/ 1586991 w 3387024"/>
              <a:gd name="connsiteY758" fmla="*/ 5725869 h 5957878"/>
              <a:gd name="connsiteX759" fmla="*/ 1621843 w 3387024"/>
              <a:gd name="connsiteY759" fmla="*/ 5799531 h 5957878"/>
              <a:gd name="connsiteX760" fmla="*/ 1582238 w 3387024"/>
              <a:gd name="connsiteY760" fmla="*/ 5730620 h 5957878"/>
              <a:gd name="connsiteX761" fmla="*/ 1579667 w 3387024"/>
              <a:gd name="connsiteY761" fmla="*/ 5735622 h 5957878"/>
              <a:gd name="connsiteX762" fmla="*/ 1549070 w 3387024"/>
              <a:gd name="connsiteY762" fmla="*/ 5672603 h 5957878"/>
              <a:gd name="connsiteX763" fmla="*/ 1523624 w 3387024"/>
              <a:gd name="connsiteY763" fmla="*/ 5593594 h 5957878"/>
              <a:gd name="connsiteX764" fmla="*/ 1189364 w 3387024"/>
              <a:gd name="connsiteY764" fmla="*/ 4882324 h 5957878"/>
              <a:gd name="connsiteX765" fmla="*/ 1032533 w 3387024"/>
              <a:gd name="connsiteY765" fmla="*/ 4621736 h 5957878"/>
              <a:gd name="connsiteX766" fmla="*/ 733916 w 3387024"/>
              <a:gd name="connsiteY766" fmla="*/ 4091848 h 5957878"/>
              <a:gd name="connsiteX767" fmla="*/ 493122 w 3387024"/>
              <a:gd name="connsiteY767" fmla="*/ 3703739 h 5957878"/>
              <a:gd name="connsiteX768" fmla="*/ 433716 w 3387024"/>
              <a:gd name="connsiteY768" fmla="*/ 3605522 h 5957878"/>
              <a:gd name="connsiteX769" fmla="*/ 414706 w 3387024"/>
              <a:gd name="connsiteY769" fmla="*/ 3596018 h 5957878"/>
              <a:gd name="connsiteX770" fmla="*/ 478073 w 3387024"/>
              <a:gd name="connsiteY770" fmla="*/ 3703739 h 5957878"/>
              <a:gd name="connsiteX771" fmla="*/ 703817 w 3387024"/>
              <a:gd name="connsiteY771" fmla="*/ 4076799 h 5957878"/>
              <a:gd name="connsiteX772" fmla="*/ 855897 w 3387024"/>
              <a:gd name="connsiteY772" fmla="*/ 4317585 h 5957878"/>
              <a:gd name="connsiteX773" fmla="*/ 924017 w 3387024"/>
              <a:gd name="connsiteY773" fmla="*/ 4449859 h 5957878"/>
              <a:gd name="connsiteX774" fmla="*/ 977878 w 3387024"/>
              <a:gd name="connsiteY774" fmla="*/ 4543323 h 5957878"/>
              <a:gd name="connsiteX775" fmla="*/ 963621 w 3387024"/>
              <a:gd name="connsiteY775" fmla="*/ 4533817 h 5957878"/>
              <a:gd name="connsiteX776" fmla="*/ 748174 w 3387024"/>
              <a:gd name="connsiteY776" fmla="*/ 4165509 h 5957878"/>
              <a:gd name="connsiteX777" fmla="*/ 493122 w 3387024"/>
              <a:gd name="connsiteY777" fmla="*/ 3763143 h 5957878"/>
              <a:gd name="connsiteX778" fmla="*/ 237278 w 3387024"/>
              <a:gd name="connsiteY778" fmla="*/ 3364737 h 5957878"/>
              <a:gd name="connsiteX779" fmla="*/ 40842 w 3387024"/>
              <a:gd name="connsiteY779" fmla="*/ 2982172 h 5957878"/>
              <a:gd name="connsiteX780" fmla="*/ 21832 w 3387024"/>
              <a:gd name="connsiteY780" fmla="*/ 2918014 h 5957878"/>
              <a:gd name="connsiteX781" fmla="*/ 26584 w 3387024"/>
              <a:gd name="connsiteY781" fmla="*/ 2977419 h 5957878"/>
              <a:gd name="connsiteX782" fmla="*/ 11535 w 3387024"/>
              <a:gd name="connsiteY782" fmla="*/ 2947320 h 5957878"/>
              <a:gd name="connsiteX783" fmla="*/ 21832 w 3387024"/>
              <a:gd name="connsiteY783" fmla="*/ 2750889 h 5957878"/>
              <a:gd name="connsiteX784" fmla="*/ 11535 w 3387024"/>
              <a:gd name="connsiteY784" fmla="*/ 2800790 h 5957878"/>
              <a:gd name="connsiteX785" fmla="*/ 31337 w 3387024"/>
              <a:gd name="connsiteY785" fmla="*/ 2746138 h 5957878"/>
              <a:gd name="connsiteX786" fmla="*/ 55891 w 3387024"/>
              <a:gd name="connsiteY786" fmla="*/ 2741385 h 5957878"/>
              <a:gd name="connsiteX787" fmla="*/ 85198 w 3387024"/>
              <a:gd name="connsiteY787" fmla="*/ 2697030 h 5957878"/>
              <a:gd name="connsiteX788" fmla="*/ 149358 w 3387024"/>
              <a:gd name="connsiteY788" fmla="*/ 2658219 h 5957878"/>
              <a:gd name="connsiteX789" fmla="*/ 183417 w 3387024"/>
              <a:gd name="connsiteY789" fmla="*/ 2628913 h 5957878"/>
              <a:gd name="connsiteX790" fmla="*/ 212724 w 3387024"/>
              <a:gd name="connsiteY790" fmla="*/ 2618616 h 5957878"/>
              <a:gd name="connsiteX791" fmla="*/ 237278 w 3387024"/>
              <a:gd name="connsiteY791" fmla="*/ 2594062 h 5957878"/>
              <a:gd name="connsiteX792" fmla="*/ 227774 w 3387024"/>
              <a:gd name="connsiteY792" fmla="*/ 2618616 h 5957878"/>
              <a:gd name="connsiteX793" fmla="*/ 276883 w 3387024"/>
              <a:gd name="connsiteY793" fmla="*/ 2569508 h 5957878"/>
              <a:gd name="connsiteX794" fmla="*/ 301438 w 3387024"/>
              <a:gd name="connsiteY794" fmla="*/ 2564756 h 5957878"/>
              <a:gd name="connsiteX795" fmla="*/ 325993 w 3387024"/>
              <a:gd name="connsiteY795" fmla="*/ 2530697 h 5957878"/>
              <a:gd name="connsiteX796" fmla="*/ 365597 w 3387024"/>
              <a:gd name="connsiteY796" fmla="*/ 2530697 h 5957878"/>
              <a:gd name="connsiteX797" fmla="*/ 384607 w 3387024"/>
              <a:gd name="connsiteY797" fmla="*/ 2510895 h 5957878"/>
              <a:gd name="connsiteX798" fmla="*/ 433716 w 3387024"/>
              <a:gd name="connsiteY798" fmla="*/ 2476045 h 5957878"/>
              <a:gd name="connsiteX799" fmla="*/ 468568 w 3387024"/>
              <a:gd name="connsiteY799" fmla="*/ 2446739 h 5957878"/>
              <a:gd name="connsiteX800" fmla="*/ 502627 w 3387024"/>
              <a:gd name="connsiteY800" fmla="*/ 2437234 h 5957878"/>
              <a:gd name="connsiteX801" fmla="*/ 517677 w 3387024"/>
              <a:gd name="connsiteY801" fmla="*/ 2412680 h 5957878"/>
              <a:gd name="connsiteX802" fmla="*/ 551737 w 3387024"/>
              <a:gd name="connsiteY802" fmla="*/ 2407928 h 5957878"/>
              <a:gd name="connsiteX803" fmla="*/ 591341 w 3387024"/>
              <a:gd name="connsiteY803" fmla="*/ 2368325 h 5957878"/>
              <a:gd name="connsiteX804" fmla="*/ 611143 w 3387024"/>
              <a:gd name="connsiteY804" fmla="*/ 2368325 h 5957878"/>
              <a:gd name="connsiteX805" fmla="*/ 659460 w 3387024"/>
              <a:gd name="connsiteY805" fmla="*/ 2328722 h 5957878"/>
              <a:gd name="connsiteX806" fmla="*/ 703817 w 3387024"/>
              <a:gd name="connsiteY806" fmla="*/ 2314464 h 5957878"/>
              <a:gd name="connsiteX807" fmla="*/ 718867 w 3387024"/>
              <a:gd name="connsiteY807" fmla="*/ 2285158 h 5957878"/>
              <a:gd name="connsiteX808" fmla="*/ 748174 w 3387024"/>
              <a:gd name="connsiteY808" fmla="*/ 2285158 h 5957878"/>
              <a:gd name="connsiteX809" fmla="*/ 757678 w 3387024"/>
              <a:gd name="connsiteY809" fmla="*/ 2270110 h 5957878"/>
              <a:gd name="connsiteX810" fmla="*/ 777481 w 3387024"/>
              <a:gd name="connsiteY810" fmla="*/ 2265357 h 5957878"/>
              <a:gd name="connsiteX811" fmla="*/ 792530 w 3387024"/>
              <a:gd name="connsiteY811" fmla="*/ 2240803 h 5957878"/>
              <a:gd name="connsiteX812" fmla="*/ 817085 w 3387024"/>
              <a:gd name="connsiteY812" fmla="*/ 2230507 h 5957878"/>
              <a:gd name="connsiteX813" fmla="*/ 861441 w 3387024"/>
              <a:gd name="connsiteY813" fmla="*/ 2196448 h 5957878"/>
              <a:gd name="connsiteX814" fmla="*/ 875700 w 3387024"/>
              <a:gd name="connsiteY814" fmla="*/ 2181399 h 5957878"/>
              <a:gd name="connsiteX815" fmla="*/ 924017 w 3387024"/>
              <a:gd name="connsiteY815" fmla="*/ 2171893 h 5957878"/>
              <a:gd name="connsiteX816" fmla="*/ 909758 w 3387024"/>
              <a:gd name="connsiteY816" fmla="*/ 2171893 h 5957878"/>
              <a:gd name="connsiteX817" fmla="*/ 939066 w 3387024"/>
              <a:gd name="connsiteY817" fmla="*/ 2167142 h 5957878"/>
              <a:gd name="connsiteX818" fmla="*/ 973125 w 3387024"/>
              <a:gd name="connsiteY818" fmla="*/ 2122786 h 5957878"/>
              <a:gd name="connsiteX819" fmla="*/ 1007977 w 3387024"/>
              <a:gd name="connsiteY819" fmla="*/ 2107737 h 5957878"/>
              <a:gd name="connsiteX820" fmla="*/ 1032533 w 3387024"/>
              <a:gd name="connsiteY820" fmla="*/ 2083183 h 5957878"/>
              <a:gd name="connsiteX821" fmla="*/ 1061840 w 3387024"/>
              <a:gd name="connsiteY821" fmla="*/ 2078430 h 5957878"/>
              <a:gd name="connsiteX822" fmla="*/ 1076888 w 3387024"/>
              <a:gd name="connsiteY822" fmla="*/ 2058629 h 5957878"/>
              <a:gd name="connsiteX823" fmla="*/ 1106196 w 3387024"/>
              <a:gd name="connsiteY823" fmla="*/ 2053877 h 5957878"/>
              <a:gd name="connsiteX824" fmla="*/ 1106196 w 3387024"/>
              <a:gd name="connsiteY824" fmla="*/ 2034076 h 5957878"/>
              <a:gd name="connsiteX825" fmla="*/ 1125206 w 3387024"/>
              <a:gd name="connsiteY825" fmla="*/ 2034076 h 5957878"/>
              <a:gd name="connsiteX826" fmla="*/ 1145008 w 3387024"/>
              <a:gd name="connsiteY826" fmla="*/ 2010314 h 5957878"/>
              <a:gd name="connsiteX827" fmla="*/ 1199661 w 3387024"/>
              <a:gd name="connsiteY827" fmla="*/ 1995264 h 5957878"/>
              <a:gd name="connsiteX828" fmla="*/ 1213920 w 3387024"/>
              <a:gd name="connsiteY828" fmla="*/ 1950909 h 5957878"/>
              <a:gd name="connsiteX829" fmla="*/ 1307386 w 3387024"/>
              <a:gd name="connsiteY829" fmla="*/ 1950909 h 5957878"/>
              <a:gd name="connsiteX830" fmla="*/ 1327187 w 3387024"/>
              <a:gd name="connsiteY830" fmla="*/ 1955661 h 5957878"/>
              <a:gd name="connsiteX831" fmla="*/ 1302633 w 3387024"/>
              <a:gd name="connsiteY831" fmla="*/ 1946157 h 5957878"/>
              <a:gd name="connsiteX832" fmla="*/ 1508575 w 3387024"/>
              <a:gd name="connsiteY832" fmla="*/ 2019818 h 5957878"/>
              <a:gd name="connsiteX833" fmla="*/ 1508575 w 3387024"/>
              <a:gd name="connsiteY833" fmla="*/ 2019818 h 5957878"/>
              <a:gd name="connsiteX834" fmla="*/ 1503823 w 3387024"/>
              <a:gd name="connsiteY834" fmla="*/ 2010314 h 5957878"/>
              <a:gd name="connsiteX835" fmla="*/ 1680457 w 3387024"/>
              <a:gd name="connsiteY835" fmla="*/ 2102985 h 5957878"/>
              <a:gd name="connsiteX836" fmla="*/ 1680457 w 3387024"/>
              <a:gd name="connsiteY836" fmla="*/ 2102985 h 5957878"/>
              <a:gd name="connsiteX837" fmla="*/ 1640853 w 3387024"/>
              <a:gd name="connsiteY837" fmla="*/ 2068926 h 5957878"/>
              <a:gd name="connsiteX838" fmla="*/ 1700260 w 3387024"/>
              <a:gd name="connsiteY838" fmla="*/ 2098232 h 5957878"/>
              <a:gd name="connsiteX839" fmla="*/ 1685210 w 3387024"/>
              <a:gd name="connsiteY839" fmla="*/ 2064173 h 5957878"/>
              <a:gd name="connsiteX840" fmla="*/ 1700260 w 3387024"/>
              <a:gd name="connsiteY840" fmla="*/ 2064173 h 5957878"/>
              <a:gd name="connsiteX841" fmla="*/ 1685210 w 3387024"/>
              <a:gd name="connsiteY841" fmla="*/ 2029323 h 5957878"/>
              <a:gd name="connsiteX842" fmla="*/ 1689963 w 3387024"/>
              <a:gd name="connsiteY842" fmla="*/ 2015066 h 5957878"/>
              <a:gd name="connsiteX843" fmla="*/ 1689963 w 3387024"/>
              <a:gd name="connsiteY843" fmla="*/ 1984968 h 5957878"/>
              <a:gd name="connsiteX844" fmla="*/ 1665408 w 3387024"/>
              <a:gd name="connsiteY844" fmla="*/ 1823387 h 5957878"/>
              <a:gd name="connsiteX845" fmla="*/ 1591744 w 3387024"/>
              <a:gd name="connsiteY845" fmla="*/ 1401219 h 5957878"/>
              <a:gd name="connsiteX846" fmla="*/ 1557684 w 3387024"/>
              <a:gd name="connsiteY846" fmla="*/ 1184987 h 5957878"/>
              <a:gd name="connsiteX847" fmla="*/ 1528377 w 3387024"/>
              <a:gd name="connsiteY847" fmla="*/ 1116078 h 5957878"/>
              <a:gd name="connsiteX848" fmla="*/ 1499070 w 3387024"/>
              <a:gd name="connsiteY848" fmla="*/ 880836 h 5957878"/>
              <a:gd name="connsiteX849" fmla="*/ 1454713 w 3387024"/>
              <a:gd name="connsiteY849" fmla="*/ 458667 h 5957878"/>
              <a:gd name="connsiteX850" fmla="*/ 1464218 w 3387024"/>
              <a:gd name="connsiteY850" fmla="*/ 291542 h 5957878"/>
              <a:gd name="connsiteX851" fmla="*/ 1464269 w 3387024"/>
              <a:gd name="connsiteY851" fmla="*/ 291414 h 5957878"/>
              <a:gd name="connsiteX852" fmla="*/ 1464429 w 3387024"/>
              <a:gd name="connsiteY852" fmla="*/ 292977 h 5957878"/>
              <a:gd name="connsiteX853" fmla="*/ 1511649 w 3387024"/>
              <a:gd name="connsiteY853" fmla="*/ 775657 h 5957878"/>
              <a:gd name="connsiteX854" fmla="*/ 1535897 w 3387024"/>
              <a:gd name="connsiteY854" fmla="*/ 928416 h 5957878"/>
              <a:gd name="connsiteX855" fmla="*/ 1548601 w 3387024"/>
              <a:gd name="connsiteY855" fmla="*/ 851751 h 5957878"/>
              <a:gd name="connsiteX856" fmla="*/ 1529501 w 3387024"/>
              <a:gd name="connsiteY856" fmla="*/ 576657 h 5957878"/>
              <a:gd name="connsiteX857" fmla="*/ 1542232 w 3387024"/>
              <a:gd name="connsiteY857" fmla="*/ 637882 h 5957878"/>
              <a:gd name="connsiteX858" fmla="*/ 1567638 w 3387024"/>
              <a:gd name="connsiteY858" fmla="*/ 864024 h 5957878"/>
              <a:gd name="connsiteX859" fmla="*/ 1581956 w 3387024"/>
              <a:gd name="connsiteY859" fmla="*/ 1130740 h 5957878"/>
              <a:gd name="connsiteX860" fmla="*/ 1590973 w 3387024"/>
              <a:gd name="connsiteY860" fmla="*/ 1045996 h 5957878"/>
              <a:gd name="connsiteX861" fmla="*/ 1588747 w 3387024"/>
              <a:gd name="connsiteY861" fmla="*/ 920468 h 5957878"/>
              <a:gd name="connsiteX862" fmla="*/ 1601633 w 3387024"/>
              <a:gd name="connsiteY862" fmla="*/ 873315 h 5957878"/>
              <a:gd name="connsiteX863" fmla="*/ 1591886 w 3387024"/>
              <a:gd name="connsiteY863" fmla="*/ 827047 h 5957878"/>
              <a:gd name="connsiteX864" fmla="*/ 1605073 w 3387024"/>
              <a:gd name="connsiteY864" fmla="*/ 778797 h 5957878"/>
              <a:gd name="connsiteX865" fmla="*/ 1594168 w 3387024"/>
              <a:gd name="connsiteY865" fmla="*/ 659147 h 5957878"/>
              <a:gd name="connsiteX866" fmla="*/ 1614976 w 3387024"/>
              <a:gd name="connsiteY866" fmla="*/ 716687 h 5957878"/>
              <a:gd name="connsiteX867" fmla="*/ 1622012 w 3387024"/>
              <a:gd name="connsiteY867" fmla="*/ 798747 h 5957878"/>
              <a:gd name="connsiteX868" fmla="*/ 1644034 w 3387024"/>
              <a:gd name="connsiteY868" fmla="*/ 825978 h 5957878"/>
              <a:gd name="connsiteX869" fmla="*/ 1654048 w 3387024"/>
              <a:gd name="connsiteY869" fmla="*/ 932717 h 5957878"/>
              <a:gd name="connsiteX870" fmla="*/ 1652390 w 3387024"/>
              <a:gd name="connsiteY870" fmla="*/ 1062327 h 5957878"/>
              <a:gd name="connsiteX871" fmla="*/ 1652131 w 3387024"/>
              <a:gd name="connsiteY871" fmla="*/ 1059488 h 5957878"/>
              <a:gd name="connsiteX872" fmla="*/ 1651621 w 3387024"/>
              <a:gd name="connsiteY872" fmla="*/ 1052872 h 5957878"/>
              <a:gd name="connsiteX873" fmla="*/ 1651663 w 3387024"/>
              <a:gd name="connsiteY873" fmla="*/ 1054370 h 5957878"/>
              <a:gd name="connsiteX874" fmla="*/ 1652131 w 3387024"/>
              <a:gd name="connsiteY874" fmla="*/ 1059488 h 5957878"/>
              <a:gd name="connsiteX875" fmla="*/ 1652384 w 3387024"/>
              <a:gd name="connsiteY875" fmla="*/ 1062779 h 5957878"/>
              <a:gd name="connsiteX876" fmla="*/ 1652390 w 3387024"/>
              <a:gd name="connsiteY876" fmla="*/ 1062327 h 5957878"/>
              <a:gd name="connsiteX877" fmla="*/ 1653896 w 3387024"/>
              <a:gd name="connsiteY877" fmla="*/ 1078808 h 5957878"/>
              <a:gd name="connsiteX878" fmla="*/ 1665115 w 3387024"/>
              <a:gd name="connsiteY878" fmla="*/ 1124004 h 5957878"/>
              <a:gd name="connsiteX879" fmla="*/ 1659876 w 3387024"/>
              <a:gd name="connsiteY879" fmla="*/ 1035365 h 5957878"/>
              <a:gd name="connsiteX880" fmla="*/ 1648058 w 3387024"/>
              <a:gd name="connsiteY880" fmla="*/ 755191 h 5957878"/>
              <a:gd name="connsiteX881" fmla="*/ 1657376 w 3387024"/>
              <a:gd name="connsiteY881" fmla="*/ 669351 h 5957878"/>
              <a:gd name="connsiteX882" fmla="*/ 1658718 w 3387024"/>
              <a:gd name="connsiteY882" fmla="*/ 582510 h 5957878"/>
              <a:gd name="connsiteX883" fmla="*/ 1695424 w 3387024"/>
              <a:gd name="connsiteY883" fmla="*/ 556008 h 5957878"/>
              <a:gd name="connsiteX884" fmla="*/ 1680466 w 3387024"/>
              <a:gd name="connsiteY884" fmla="*/ 369255 h 5957878"/>
              <a:gd name="connsiteX885" fmla="*/ 1665098 w 3387024"/>
              <a:gd name="connsiteY885" fmla="*/ 171575 h 5957878"/>
              <a:gd name="connsiteX886" fmla="*/ 1667586 w 3387024"/>
              <a:gd name="connsiteY886" fmla="*/ 169566 h 5957878"/>
              <a:gd name="connsiteX887" fmla="*/ 1676446 w 3387024"/>
              <a:gd name="connsiteY887" fmla="*/ 163325 h 5957878"/>
              <a:gd name="connsiteX888" fmla="*/ 1689881 w 3387024"/>
              <a:gd name="connsiteY888" fmla="*/ 286830 h 5957878"/>
              <a:gd name="connsiteX889" fmla="*/ 1726891 w 3387024"/>
              <a:gd name="connsiteY889" fmla="*/ 630604 h 5957878"/>
              <a:gd name="connsiteX890" fmla="*/ 1740780 w 3387024"/>
              <a:gd name="connsiteY890" fmla="*/ 765212 h 5957878"/>
              <a:gd name="connsiteX891" fmla="*/ 1757079 w 3387024"/>
              <a:gd name="connsiteY891" fmla="*/ 865124 h 5957878"/>
              <a:gd name="connsiteX892" fmla="*/ 1769810 w 3387024"/>
              <a:gd name="connsiteY892" fmla="*/ 926349 h 5957878"/>
              <a:gd name="connsiteX893" fmla="*/ 1804691 w 3387024"/>
              <a:gd name="connsiteY893" fmla="*/ 958272 h 5957878"/>
              <a:gd name="connsiteX894" fmla="*/ 1790645 w 3387024"/>
              <a:gd name="connsiteY894" fmla="*/ 742307 h 5957878"/>
              <a:gd name="connsiteX895" fmla="*/ 1795611 w 3387024"/>
              <a:gd name="connsiteY895" fmla="*/ 590460 h 5957878"/>
              <a:gd name="connsiteX896" fmla="*/ 1811480 w 3387024"/>
              <a:gd name="connsiteY896" fmla="*/ 558265 h 5957878"/>
              <a:gd name="connsiteX897" fmla="*/ 1798504 w 3387024"/>
              <a:gd name="connsiteY897" fmla="*/ 394444 h 5957878"/>
              <a:gd name="connsiteX898" fmla="*/ 1815833 w 3387024"/>
              <a:gd name="connsiteY898" fmla="*/ 434534 h 5957878"/>
              <a:gd name="connsiteX899" fmla="*/ 1812574 w 3387024"/>
              <a:gd name="connsiteY899" fmla="*/ 433123 h 5957878"/>
              <a:gd name="connsiteX900" fmla="*/ 1811051 w 3387024"/>
              <a:gd name="connsiteY900" fmla="*/ 426156 h 5957878"/>
              <a:gd name="connsiteX901" fmla="*/ 1810300 w 3387024"/>
              <a:gd name="connsiteY901" fmla="*/ 432139 h 5957878"/>
              <a:gd name="connsiteX902" fmla="*/ 1812574 w 3387024"/>
              <a:gd name="connsiteY902" fmla="*/ 433123 h 5957878"/>
              <a:gd name="connsiteX903" fmla="*/ 1815132 w 3387024"/>
              <a:gd name="connsiteY903" fmla="*/ 444828 h 5957878"/>
              <a:gd name="connsiteX904" fmla="*/ 1814464 w 3387024"/>
              <a:gd name="connsiteY904" fmla="*/ 454636 h 5957878"/>
              <a:gd name="connsiteX905" fmla="*/ 1816017 w 3387024"/>
              <a:gd name="connsiteY905" fmla="*/ 464047 h 5957878"/>
              <a:gd name="connsiteX906" fmla="*/ 1839536 w 3387024"/>
              <a:gd name="connsiteY906" fmla="*/ 485795 h 5957878"/>
              <a:gd name="connsiteX907" fmla="*/ 1854311 w 3387024"/>
              <a:gd name="connsiteY907" fmla="*/ 643036 h 5957878"/>
              <a:gd name="connsiteX908" fmla="*/ 1871549 w 3387024"/>
              <a:gd name="connsiteY908" fmla="*/ 661889 h 5957878"/>
              <a:gd name="connsiteX909" fmla="*/ 1886507 w 3387024"/>
              <a:gd name="connsiteY909" fmla="*/ 848642 h 5957878"/>
              <a:gd name="connsiteX910" fmla="*/ 1891992 w 3387024"/>
              <a:gd name="connsiteY910" fmla="*/ 1039878 h 5957878"/>
              <a:gd name="connsiteX911" fmla="*/ 1902351 w 3387024"/>
              <a:gd name="connsiteY911" fmla="*/ 1058029 h 5957878"/>
              <a:gd name="connsiteX912" fmla="*/ 1900553 w 3387024"/>
              <a:gd name="connsiteY912" fmla="*/ 874872 h 5957878"/>
              <a:gd name="connsiteX913" fmla="*/ 1878026 w 3387024"/>
              <a:gd name="connsiteY913" fmla="*/ 409106 h 5957878"/>
              <a:gd name="connsiteX914" fmla="*/ 1840504 w 3387024"/>
              <a:gd name="connsiteY914" fmla="*/ 20564 h 5957878"/>
              <a:gd name="connsiteX915" fmla="*/ 1844920 w 3387024"/>
              <a:gd name="connsiteY915" fmla="*/ 12714 h 5957878"/>
              <a:gd name="connsiteX916" fmla="*/ 1855923 w 3387024"/>
              <a:gd name="connsiteY916" fmla="*/ 11699 h 5957878"/>
              <a:gd name="connsiteX917" fmla="*/ 1861408 w 3387024"/>
              <a:gd name="connsiteY917" fmla="*/ 59709 h 5957878"/>
              <a:gd name="connsiteX918" fmla="*/ 1882664 w 3387024"/>
              <a:gd name="connsiteY918" fmla="*/ 189996 h 5957878"/>
              <a:gd name="connsiteX919" fmla="*/ 1888515 w 3387024"/>
              <a:gd name="connsiteY919" fmla="*/ 250520 h 5957878"/>
              <a:gd name="connsiteX920" fmla="*/ 1888515 w 3387024"/>
              <a:gd name="connsiteY920" fmla="*/ 250520 h 5957878"/>
              <a:gd name="connsiteX921" fmla="*/ 1882664 w 3387024"/>
              <a:gd name="connsiteY921" fmla="*/ 189996 h 5957878"/>
              <a:gd name="connsiteX922" fmla="*/ 1880492 w 3387024"/>
              <a:gd name="connsiteY922" fmla="*/ 79288 h 595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Lst>
            <a:rect l="l" t="t" r="r" b="b"/>
            <a:pathLst>
              <a:path w="3387024" h="5957878">
                <a:moveTo>
                  <a:pt x="2251396" y="5837415"/>
                </a:moveTo>
                <a:lnTo>
                  <a:pt x="2314363" y="5929130"/>
                </a:lnTo>
                <a:lnTo>
                  <a:pt x="2318877" y="5942101"/>
                </a:lnTo>
                <a:lnTo>
                  <a:pt x="2323302" y="5957878"/>
                </a:lnTo>
                <a:lnTo>
                  <a:pt x="2290491" y="5915837"/>
                </a:lnTo>
                <a:lnTo>
                  <a:pt x="2260584" y="5874163"/>
                </a:lnTo>
                <a:lnTo>
                  <a:pt x="2254718" y="5848638"/>
                </a:lnTo>
                <a:close/>
                <a:moveTo>
                  <a:pt x="1579667" y="5735622"/>
                </a:moveTo>
                <a:lnTo>
                  <a:pt x="1582238" y="5740917"/>
                </a:lnTo>
                <a:cubicBezTo>
                  <a:pt x="1579863" y="5740917"/>
                  <a:pt x="1578675" y="5739531"/>
                  <a:pt x="1578675" y="5737551"/>
                </a:cubicBezTo>
                <a:close/>
                <a:moveTo>
                  <a:pt x="2606969" y="5687275"/>
                </a:moveTo>
                <a:cubicBezTo>
                  <a:pt x="2607794" y="5687322"/>
                  <a:pt x="2609995" y="5687448"/>
                  <a:pt x="2614395" y="5687699"/>
                </a:cubicBezTo>
                <a:cubicBezTo>
                  <a:pt x="2614395" y="5687699"/>
                  <a:pt x="2604494" y="5687133"/>
                  <a:pt x="2606969" y="5687275"/>
                </a:cubicBezTo>
                <a:close/>
                <a:moveTo>
                  <a:pt x="1675704" y="5676760"/>
                </a:moveTo>
                <a:lnTo>
                  <a:pt x="1682899" y="5682110"/>
                </a:lnTo>
                <a:lnTo>
                  <a:pt x="1681969" y="5682055"/>
                </a:lnTo>
                <a:lnTo>
                  <a:pt x="1682939" y="5684034"/>
                </a:lnTo>
                <a:lnTo>
                  <a:pt x="1680457" y="5691810"/>
                </a:lnTo>
                <a:cubicBezTo>
                  <a:pt x="1675704" y="5691810"/>
                  <a:pt x="1675704" y="5687057"/>
                  <a:pt x="1675704" y="5676760"/>
                </a:cubicBezTo>
                <a:close/>
                <a:moveTo>
                  <a:pt x="1675704" y="5667256"/>
                </a:moveTo>
                <a:cubicBezTo>
                  <a:pt x="1675704" y="5667256"/>
                  <a:pt x="1680457" y="5672008"/>
                  <a:pt x="1675704" y="5676760"/>
                </a:cubicBezTo>
                <a:cubicBezTo>
                  <a:pt x="1675704" y="5676760"/>
                  <a:pt x="1670953" y="5672008"/>
                  <a:pt x="1675704" y="5667256"/>
                </a:cubicBezTo>
                <a:close/>
                <a:moveTo>
                  <a:pt x="1735860" y="5658177"/>
                </a:moveTo>
                <a:lnTo>
                  <a:pt x="1748381" y="5676153"/>
                </a:lnTo>
                <a:lnTo>
                  <a:pt x="1757960" y="5689454"/>
                </a:lnTo>
                <a:lnTo>
                  <a:pt x="1762735" y="5704483"/>
                </a:lnTo>
                <a:cubicBezTo>
                  <a:pt x="1767587" y="5722304"/>
                  <a:pt x="1768775" y="5733393"/>
                  <a:pt x="1758874" y="5721116"/>
                </a:cubicBezTo>
                <a:cubicBezTo>
                  <a:pt x="1751745" y="5708839"/>
                  <a:pt x="1744418" y="5686661"/>
                  <a:pt x="1738280" y="5666365"/>
                </a:cubicBezTo>
                <a:close/>
                <a:moveTo>
                  <a:pt x="2600375" y="5657276"/>
                </a:moveTo>
                <a:cubicBezTo>
                  <a:pt x="2599520" y="5654123"/>
                  <a:pt x="2602938" y="5666735"/>
                  <a:pt x="2602938" y="5666735"/>
                </a:cubicBezTo>
                <a:cubicBezTo>
                  <a:pt x="2601419" y="5661130"/>
                  <a:pt x="2600659" y="5658327"/>
                  <a:pt x="2600375" y="5657276"/>
                </a:cubicBezTo>
                <a:close/>
                <a:moveTo>
                  <a:pt x="1767185" y="5647055"/>
                </a:moveTo>
                <a:lnTo>
                  <a:pt x="1768068" y="5648434"/>
                </a:lnTo>
                <a:cubicBezTo>
                  <a:pt x="1778964" y="5663774"/>
                  <a:pt x="1822288" y="5734830"/>
                  <a:pt x="1817711" y="5742809"/>
                </a:cubicBezTo>
                <a:cubicBezTo>
                  <a:pt x="1816730" y="5744519"/>
                  <a:pt x="1813651" y="5742706"/>
                  <a:pt x="1809429" y="5738781"/>
                </a:cubicBezTo>
                <a:lnTo>
                  <a:pt x="1796890" y="5724956"/>
                </a:lnTo>
                <a:close/>
                <a:moveTo>
                  <a:pt x="2348908" y="5610417"/>
                </a:moveTo>
                <a:cubicBezTo>
                  <a:pt x="2395143" y="5646025"/>
                  <a:pt x="2369358" y="5664565"/>
                  <a:pt x="2348908" y="5610417"/>
                </a:cubicBezTo>
                <a:close/>
                <a:moveTo>
                  <a:pt x="1916716" y="5598150"/>
                </a:moveTo>
                <a:lnTo>
                  <a:pt x="1960858" y="5674174"/>
                </a:lnTo>
                <a:cubicBezTo>
                  <a:pt x="1969269" y="5689224"/>
                  <a:pt x="2000292" y="5725765"/>
                  <a:pt x="2021342" y="5756480"/>
                </a:cubicBezTo>
                <a:lnTo>
                  <a:pt x="2037167" y="5783076"/>
                </a:lnTo>
                <a:lnTo>
                  <a:pt x="2038001" y="5786884"/>
                </a:lnTo>
                <a:lnTo>
                  <a:pt x="2038428" y="5794887"/>
                </a:lnTo>
                <a:cubicBezTo>
                  <a:pt x="2028447" y="5787032"/>
                  <a:pt x="1992913" y="5733842"/>
                  <a:pt x="1986689" y="5726864"/>
                </a:cubicBezTo>
                <a:cubicBezTo>
                  <a:pt x="1971952" y="5705345"/>
                  <a:pt x="1960045" y="5688715"/>
                  <a:pt x="1949408" y="5674388"/>
                </a:cubicBezTo>
                <a:lnTo>
                  <a:pt x="1943739" y="5666999"/>
                </a:lnTo>
                <a:close/>
                <a:moveTo>
                  <a:pt x="1805730" y="5561811"/>
                </a:moveTo>
                <a:cubicBezTo>
                  <a:pt x="1806798" y="5563086"/>
                  <a:pt x="1806018" y="5566426"/>
                  <a:pt x="1801768" y="5573835"/>
                </a:cubicBezTo>
                <a:cubicBezTo>
                  <a:pt x="1801768" y="5573835"/>
                  <a:pt x="1800310" y="5568454"/>
                  <a:pt x="1798609" y="5562176"/>
                </a:cubicBezTo>
                <a:cubicBezTo>
                  <a:pt x="1801748" y="5561325"/>
                  <a:pt x="1804663" y="5560536"/>
                  <a:pt x="1805730" y="5561811"/>
                </a:cubicBezTo>
                <a:close/>
                <a:moveTo>
                  <a:pt x="2080656" y="5560391"/>
                </a:moveTo>
                <a:lnTo>
                  <a:pt x="2097032" y="5583359"/>
                </a:lnTo>
                <a:cubicBezTo>
                  <a:pt x="2116854" y="5622755"/>
                  <a:pt x="2138021" y="5661787"/>
                  <a:pt x="2161389" y="5700944"/>
                </a:cubicBezTo>
                <a:lnTo>
                  <a:pt x="2196935" y="5755180"/>
                </a:lnTo>
                <a:lnTo>
                  <a:pt x="2195560" y="5754903"/>
                </a:lnTo>
                <a:cubicBezTo>
                  <a:pt x="2196402" y="5759680"/>
                  <a:pt x="2199471" y="5770422"/>
                  <a:pt x="2205610" y="5790025"/>
                </a:cubicBezTo>
                <a:lnTo>
                  <a:pt x="2209564" y="5803067"/>
                </a:lnTo>
                <a:lnTo>
                  <a:pt x="2197701" y="5786536"/>
                </a:lnTo>
                <a:lnTo>
                  <a:pt x="2123122" y="5675928"/>
                </a:lnTo>
                <a:lnTo>
                  <a:pt x="2106846" y="5625574"/>
                </a:lnTo>
                <a:close/>
                <a:moveTo>
                  <a:pt x="2598065" y="5537725"/>
                </a:moveTo>
                <a:cubicBezTo>
                  <a:pt x="2597959" y="5537332"/>
                  <a:pt x="2599014" y="5538340"/>
                  <a:pt x="2601738" y="5541287"/>
                </a:cubicBezTo>
                <a:lnTo>
                  <a:pt x="2604460" y="5544310"/>
                </a:lnTo>
                <a:lnTo>
                  <a:pt x="2608585" y="5552564"/>
                </a:lnTo>
                <a:cubicBezTo>
                  <a:pt x="2603137" y="5544894"/>
                  <a:pt x="2598278" y="5538509"/>
                  <a:pt x="2598065" y="5537725"/>
                </a:cubicBezTo>
                <a:close/>
                <a:moveTo>
                  <a:pt x="2039271" y="5524685"/>
                </a:moveTo>
                <a:cubicBezTo>
                  <a:pt x="2039271" y="5524685"/>
                  <a:pt x="2053530" y="5529438"/>
                  <a:pt x="2039271" y="5524685"/>
                </a:cubicBezTo>
                <a:close/>
                <a:moveTo>
                  <a:pt x="2028974" y="5500131"/>
                </a:moveTo>
                <a:cubicBezTo>
                  <a:pt x="2028974" y="5500131"/>
                  <a:pt x="2044024" y="5504884"/>
                  <a:pt x="2028974" y="5500131"/>
                </a:cubicBezTo>
                <a:close/>
                <a:moveTo>
                  <a:pt x="2923238" y="5485082"/>
                </a:moveTo>
                <a:cubicBezTo>
                  <a:pt x="2937496" y="5490626"/>
                  <a:pt x="2923238" y="5485082"/>
                  <a:pt x="2923238" y="5485082"/>
                </a:cubicBezTo>
                <a:close/>
                <a:moveTo>
                  <a:pt x="2915404" y="5465319"/>
                </a:moveTo>
                <a:lnTo>
                  <a:pt x="2917911" y="5468834"/>
                </a:lnTo>
                <a:lnTo>
                  <a:pt x="2923238" y="5485082"/>
                </a:lnTo>
                <a:close/>
                <a:moveTo>
                  <a:pt x="2932743" y="5446272"/>
                </a:moveTo>
                <a:cubicBezTo>
                  <a:pt x="2947000" y="5451023"/>
                  <a:pt x="2932743" y="5446272"/>
                  <a:pt x="2932743" y="5446272"/>
                </a:cubicBezTo>
                <a:close/>
                <a:moveTo>
                  <a:pt x="2013553" y="5401527"/>
                </a:moveTo>
                <a:lnTo>
                  <a:pt x="2019155" y="5410108"/>
                </a:lnTo>
                <a:cubicBezTo>
                  <a:pt x="2037203" y="5438071"/>
                  <a:pt x="2053823" y="5466541"/>
                  <a:pt x="2062208" y="5497484"/>
                </a:cubicBezTo>
                <a:cubicBezTo>
                  <a:pt x="2062937" y="5500175"/>
                  <a:pt x="2059893" y="5498713"/>
                  <a:pt x="2054989" y="5494882"/>
                </a:cubicBezTo>
                <a:lnTo>
                  <a:pt x="2051851" y="5492012"/>
                </a:lnTo>
                <a:close/>
                <a:moveTo>
                  <a:pt x="2273156" y="5352185"/>
                </a:moveTo>
                <a:cubicBezTo>
                  <a:pt x="2272301" y="5349032"/>
                  <a:pt x="2275719" y="5361644"/>
                  <a:pt x="2275719" y="5361644"/>
                </a:cubicBezTo>
                <a:cubicBezTo>
                  <a:pt x="2274200" y="5356039"/>
                  <a:pt x="2273440" y="5353236"/>
                  <a:pt x="2273156" y="5352185"/>
                </a:cubicBezTo>
                <a:close/>
                <a:moveTo>
                  <a:pt x="2008503" y="5306461"/>
                </a:moveTo>
                <a:cubicBezTo>
                  <a:pt x="2005902" y="5306354"/>
                  <a:pt x="2016308" y="5306783"/>
                  <a:pt x="2016308" y="5306783"/>
                </a:cubicBezTo>
                <a:cubicBezTo>
                  <a:pt x="2011683" y="5306593"/>
                  <a:pt x="2009371" y="5306497"/>
                  <a:pt x="2008503" y="5306461"/>
                </a:cubicBezTo>
                <a:close/>
                <a:moveTo>
                  <a:pt x="2893139" y="5275186"/>
                </a:moveTo>
                <a:cubicBezTo>
                  <a:pt x="2897891" y="5275186"/>
                  <a:pt x="2897891" y="5279938"/>
                  <a:pt x="2897891" y="5290235"/>
                </a:cubicBezTo>
                <a:cubicBezTo>
                  <a:pt x="2888386" y="5290235"/>
                  <a:pt x="2893139" y="5279938"/>
                  <a:pt x="2893139" y="5275186"/>
                </a:cubicBezTo>
                <a:close/>
                <a:moveTo>
                  <a:pt x="2888386" y="5260136"/>
                </a:moveTo>
                <a:cubicBezTo>
                  <a:pt x="2893139" y="5260136"/>
                  <a:pt x="2893139" y="5264889"/>
                  <a:pt x="2893139" y="5275186"/>
                </a:cubicBezTo>
                <a:cubicBezTo>
                  <a:pt x="2883634" y="5275186"/>
                  <a:pt x="2888386" y="5264889"/>
                  <a:pt x="2888386" y="5260136"/>
                </a:cubicBezTo>
                <a:close/>
                <a:moveTo>
                  <a:pt x="1921251" y="5241796"/>
                </a:moveTo>
                <a:cubicBezTo>
                  <a:pt x="1919469" y="5240286"/>
                  <a:pt x="1917686" y="5240930"/>
                  <a:pt x="1916498" y="5245879"/>
                </a:cubicBezTo>
                <a:cubicBezTo>
                  <a:pt x="1916498" y="5250632"/>
                  <a:pt x="1921251" y="5250632"/>
                  <a:pt x="1921251" y="5255385"/>
                </a:cubicBezTo>
                <a:cubicBezTo>
                  <a:pt x="1931945" y="5270235"/>
                  <a:pt x="1926597" y="5246326"/>
                  <a:pt x="1921251" y="5241796"/>
                </a:cubicBezTo>
                <a:close/>
                <a:moveTo>
                  <a:pt x="2873337" y="5221327"/>
                </a:moveTo>
                <a:cubicBezTo>
                  <a:pt x="2883634" y="5230831"/>
                  <a:pt x="2883634" y="5240335"/>
                  <a:pt x="2888386" y="5260136"/>
                </a:cubicBezTo>
                <a:cubicBezTo>
                  <a:pt x="2878881" y="5250632"/>
                  <a:pt x="2873337" y="5235583"/>
                  <a:pt x="2873337" y="5221327"/>
                </a:cubicBezTo>
                <a:close/>
                <a:moveTo>
                  <a:pt x="2703732" y="5153246"/>
                </a:moveTo>
                <a:cubicBezTo>
                  <a:pt x="2707742" y="5155586"/>
                  <a:pt x="2715316" y="5173407"/>
                  <a:pt x="2711751" y="5176970"/>
                </a:cubicBezTo>
                <a:cubicBezTo>
                  <a:pt x="2711751" y="5176970"/>
                  <a:pt x="2701454" y="5166674"/>
                  <a:pt x="2701454" y="5157169"/>
                </a:cubicBezTo>
                <a:cubicBezTo>
                  <a:pt x="2701454" y="5153407"/>
                  <a:pt x="2702395" y="5152466"/>
                  <a:pt x="2703732" y="5153246"/>
                </a:cubicBezTo>
                <a:close/>
                <a:moveTo>
                  <a:pt x="1886795" y="5094992"/>
                </a:moveTo>
                <a:cubicBezTo>
                  <a:pt x="1884221" y="5094992"/>
                  <a:pt x="1881647" y="5096180"/>
                  <a:pt x="1881647" y="5098557"/>
                </a:cubicBezTo>
                <a:cubicBezTo>
                  <a:pt x="1881647" y="5098557"/>
                  <a:pt x="1896697" y="5103309"/>
                  <a:pt x="1891944" y="5098557"/>
                </a:cubicBezTo>
                <a:cubicBezTo>
                  <a:pt x="1891944" y="5096180"/>
                  <a:pt x="1889369" y="5094992"/>
                  <a:pt x="1886795" y="5094992"/>
                </a:cubicBezTo>
                <a:close/>
                <a:moveTo>
                  <a:pt x="2664128" y="5067654"/>
                </a:moveTo>
                <a:cubicBezTo>
                  <a:pt x="2665018" y="5068359"/>
                  <a:pt x="2667394" y="5070241"/>
                  <a:pt x="2672147" y="5074003"/>
                </a:cubicBezTo>
                <a:cubicBezTo>
                  <a:pt x="2672147" y="5074003"/>
                  <a:pt x="2661455" y="5065538"/>
                  <a:pt x="2664128" y="5067654"/>
                </a:cubicBezTo>
                <a:close/>
                <a:moveTo>
                  <a:pt x="1272929" y="5003312"/>
                </a:moveTo>
                <a:cubicBezTo>
                  <a:pt x="1270355" y="5002717"/>
                  <a:pt x="1267781" y="5002717"/>
                  <a:pt x="1267781" y="5005094"/>
                </a:cubicBezTo>
                <a:cubicBezTo>
                  <a:pt x="1267781" y="5009847"/>
                  <a:pt x="1278078" y="5014598"/>
                  <a:pt x="1278078" y="5005094"/>
                </a:cubicBezTo>
                <a:cubicBezTo>
                  <a:pt x="1278078" y="5005094"/>
                  <a:pt x="1275504" y="5003906"/>
                  <a:pt x="1272929" y="5003312"/>
                </a:cubicBezTo>
                <a:close/>
                <a:moveTo>
                  <a:pt x="2682444" y="5000341"/>
                </a:moveTo>
                <a:cubicBezTo>
                  <a:pt x="2687197" y="5005094"/>
                  <a:pt x="2691950" y="5014598"/>
                  <a:pt x="2691950" y="5024896"/>
                </a:cubicBezTo>
                <a:cubicBezTo>
                  <a:pt x="2682444" y="5020143"/>
                  <a:pt x="2682444" y="5014598"/>
                  <a:pt x="2682444" y="5000341"/>
                </a:cubicBezTo>
                <a:close/>
                <a:moveTo>
                  <a:pt x="1381050" y="4945689"/>
                </a:moveTo>
                <a:cubicBezTo>
                  <a:pt x="1395307" y="4995589"/>
                  <a:pt x="1419861" y="5034400"/>
                  <a:pt x="1444416" y="5088260"/>
                </a:cubicBezTo>
                <a:cubicBezTo>
                  <a:pt x="1454713" y="5112814"/>
                  <a:pt x="1484020" y="5147664"/>
                  <a:pt x="1464218" y="5103309"/>
                </a:cubicBezTo>
                <a:cubicBezTo>
                  <a:pt x="1444416" y="5058954"/>
                  <a:pt x="1410357" y="4990045"/>
                  <a:pt x="1381050" y="4945689"/>
                </a:cubicBezTo>
                <a:close/>
                <a:moveTo>
                  <a:pt x="2763089" y="4942769"/>
                </a:moveTo>
                <a:cubicBezTo>
                  <a:pt x="2761753" y="4941580"/>
                  <a:pt x="2760861" y="4942125"/>
                  <a:pt x="2760861" y="4945689"/>
                </a:cubicBezTo>
                <a:cubicBezTo>
                  <a:pt x="2760861" y="4965491"/>
                  <a:pt x="2775118" y="4975788"/>
                  <a:pt x="2775118" y="4965491"/>
                </a:cubicBezTo>
                <a:cubicBezTo>
                  <a:pt x="2775118" y="4965491"/>
                  <a:pt x="2767099" y="4946333"/>
                  <a:pt x="2763089" y="4942769"/>
                </a:cubicBezTo>
                <a:close/>
                <a:moveTo>
                  <a:pt x="2448390" y="4924430"/>
                </a:moveTo>
                <a:cubicBezTo>
                  <a:pt x="2445915" y="4924289"/>
                  <a:pt x="2455816" y="4924855"/>
                  <a:pt x="2455816" y="4924855"/>
                </a:cubicBezTo>
                <a:cubicBezTo>
                  <a:pt x="2474316" y="4925618"/>
                  <a:pt x="2455816" y="4924855"/>
                  <a:pt x="2455816" y="4924855"/>
                </a:cubicBezTo>
                <a:cubicBezTo>
                  <a:pt x="2451416" y="4924603"/>
                  <a:pt x="2449215" y="4924478"/>
                  <a:pt x="2448390" y="4924430"/>
                </a:cubicBezTo>
                <a:close/>
                <a:moveTo>
                  <a:pt x="1218671" y="4911630"/>
                </a:moveTo>
                <a:cubicBezTo>
                  <a:pt x="1228969" y="4936185"/>
                  <a:pt x="1243227" y="4960738"/>
                  <a:pt x="1258276" y="4980539"/>
                </a:cubicBezTo>
                <a:cubicBezTo>
                  <a:pt x="1247979" y="4955986"/>
                  <a:pt x="1238474" y="4926679"/>
                  <a:pt x="1218671" y="4911630"/>
                </a:cubicBezTo>
                <a:close/>
                <a:moveTo>
                  <a:pt x="1772773" y="4899696"/>
                </a:moveTo>
                <a:cubicBezTo>
                  <a:pt x="1771052" y="4899020"/>
                  <a:pt x="1769765" y="4899651"/>
                  <a:pt x="1769171" y="4902126"/>
                </a:cubicBezTo>
                <a:cubicBezTo>
                  <a:pt x="1769171" y="4906878"/>
                  <a:pt x="1783428" y="4921927"/>
                  <a:pt x="1783428" y="4921927"/>
                </a:cubicBezTo>
                <a:cubicBezTo>
                  <a:pt x="1818083" y="4973213"/>
                  <a:pt x="1784815" y="4904428"/>
                  <a:pt x="1772773" y="4899696"/>
                </a:cubicBezTo>
                <a:close/>
                <a:moveTo>
                  <a:pt x="1793726" y="4887076"/>
                </a:moveTo>
                <a:cubicBezTo>
                  <a:pt x="1783428" y="4902126"/>
                  <a:pt x="1827786" y="4960738"/>
                  <a:pt x="1832537" y="4970243"/>
                </a:cubicBezTo>
                <a:cubicBezTo>
                  <a:pt x="1852340" y="5009847"/>
                  <a:pt x="1852340" y="5034400"/>
                  <a:pt x="1872141" y="5054201"/>
                </a:cubicBezTo>
                <a:cubicBezTo>
                  <a:pt x="1857093" y="5009847"/>
                  <a:pt x="1837290" y="4951233"/>
                  <a:pt x="1807983" y="4902126"/>
                </a:cubicBezTo>
                <a:cubicBezTo>
                  <a:pt x="1807983" y="4902126"/>
                  <a:pt x="1798478" y="4887076"/>
                  <a:pt x="1793726" y="4887076"/>
                </a:cubicBezTo>
                <a:close/>
                <a:moveTo>
                  <a:pt x="1346197" y="4887076"/>
                </a:moveTo>
                <a:cubicBezTo>
                  <a:pt x="1346197" y="4906878"/>
                  <a:pt x="1356494" y="4911630"/>
                  <a:pt x="1366000" y="4921927"/>
                </a:cubicBezTo>
                <a:cubicBezTo>
                  <a:pt x="1366000" y="4906878"/>
                  <a:pt x="1356494" y="4897373"/>
                  <a:pt x="1346197" y="4887076"/>
                </a:cubicBezTo>
                <a:close/>
                <a:moveTo>
                  <a:pt x="1758874" y="4828464"/>
                </a:moveTo>
                <a:cubicBezTo>
                  <a:pt x="1758874" y="4833217"/>
                  <a:pt x="1788181" y="4882324"/>
                  <a:pt x="1793726" y="4877572"/>
                </a:cubicBezTo>
                <a:cubicBezTo>
                  <a:pt x="1798478" y="4872027"/>
                  <a:pt x="1763626" y="4813415"/>
                  <a:pt x="1758874" y="4828464"/>
                </a:cubicBezTo>
                <a:close/>
                <a:moveTo>
                  <a:pt x="1691527" y="4688667"/>
                </a:moveTo>
                <a:cubicBezTo>
                  <a:pt x="1688688" y="4687118"/>
                  <a:pt x="1686497" y="4687576"/>
                  <a:pt x="1685210" y="4690645"/>
                </a:cubicBezTo>
                <a:cubicBezTo>
                  <a:pt x="1685210" y="4700942"/>
                  <a:pt x="1709764" y="4735001"/>
                  <a:pt x="1720061" y="4754802"/>
                </a:cubicBezTo>
                <a:cubicBezTo>
                  <a:pt x="1724814" y="4759555"/>
                  <a:pt x="1754121" y="4818167"/>
                  <a:pt x="1758874" y="4808663"/>
                </a:cubicBezTo>
                <a:cubicBezTo>
                  <a:pt x="1763032" y="4808663"/>
                  <a:pt x="1711398" y="4699507"/>
                  <a:pt x="1691527" y="4688667"/>
                </a:cubicBezTo>
                <a:close/>
                <a:moveTo>
                  <a:pt x="1659814" y="4680014"/>
                </a:moveTo>
                <a:cubicBezTo>
                  <a:pt x="1658477" y="4685250"/>
                  <a:pt x="1681645" y="4730248"/>
                  <a:pt x="1685210" y="4744505"/>
                </a:cubicBezTo>
                <a:cubicBezTo>
                  <a:pt x="1700260" y="4769060"/>
                  <a:pt x="1714517" y="4784108"/>
                  <a:pt x="1724814" y="4798366"/>
                </a:cubicBezTo>
                <a:cubicBezTo>
                  <a:pt x="1724814" y="4808663"/>
                  <a:pt x="1729567" y="4808663"/>
                  <a:pt x="1729567" y="4808663"/>
                </a:cubicBezTo>
                <a:cubicBezTo>
                  <a:pt x="1734319" y="4803910"/>
                  <a:pt x="1729567" y="4803910"/>
                  <a:pt x="1724814" y="4798366"/>
                </a:cubicBezTo>
                <a:cubicBezTo>
                  <a:pt x="1714517" y="4764307"/>
                  <a:pt x="1689963" y="4725497"/>
                  <a:pt x="1670953" y="4690645"/>
                </a:cubicBezTo>
                <a:cubicBezTo>
                  <a:pt x="1663428" y="4680942"/>
                  <a:pt x="1660259" y="4678269"/>
                  <a:pt x="1659814" y="4680014"/>
                </a:cubicBezTo>
                <a:close/>
                <a:moveTo>
                  <a:pt x="1410357" y="4533817"/>
                </a:moveTo>
                <a:lnTo>
                  <a:pt x="1410357" y="4538570"/>
                </a:lnTo>
                <a:cubicBezTo>
                  <a:pt x="1410357" y="4543323"/>
                  <a:pt x="1439664" y="4592430"/>
                  <a:pt x="1449961" y="4612232"/>
                </a:cubicBezTo>
                <a:cubicBezTo>
                  <a:pt x="1537883" y="4773812"/>
                  <a:pt x="1631348" y="4921927"/>
                  <a:pt x="1705011" y="5093804"/>
                </a:cubicBezTo>
                <a:cubicBezTo>
                  <a:pt x="1714517" y="5108061"/>
                  <a:pt x="1739071" y="5152417"/>
                  <a:pt x="1720061" y="5112814"/>
                </a:cubicBezTo>
                <a:cubicBezTo>
                  <a:pt x="1655903" y="4951233"/>
                  <a:pt x="1572734" y="4808663"/>
                  <a:pt x="1499070" y="4675596"/>
                </a:cubicBezTo>
                <a:cubicBezTo>
                  <a:pt x="1469763" y="4627280"/>
                  <a:pt x="1444416" y="4563125"/>
                  <a:pt x="1410357" y="4533817"/>
                </a:cubicBezTo>
                <a:close/>
                <a:moveTo>
                  <a:pt x="2780663" y="4130659"/>
                </a:moveTo>
                <a:cubicBezTo>
                  <a:pt x="2785416" y="4130659"/>
                  <a:pt x="2794920" y="4130659"/>
                  <a:pt x="2799673" y="4130659"/>
                </a:cubicBezTo>
                <a:cubicBezTo>
                  <a:pt x="2785416" y="4136203"/>
                  <a:pt x="2780663" y="4136203"/>
                  <a:pt x="2780663" y="4130659"/>
                </a:cubicBezTo>
                <a:close/>
                <a:moveTo>
                  <a:pt x="877284" y="4006801"/>
                </a:moveTo>
                <a:cubicBezTo>
                  <a:pt x="874709" y="4008088"/>
                  <a:pt x="873323" y="4010663"/>
                  <a:pt x="875700" y="4013434"/>
                </a:cubicBezTo>
                <a:lnTo>
                  <a:pt x="885997" y="4007890"/>
                </a:lnTo>
                <a:cubicBezTo>
                  <a:pt x="883620" y="4005514"/>
                  <a:pt x="879858" y="4005514"/>
                  <a:pt x="877284" y="4006801"/>
                </a:cubicBezTo>
                <a:close/>
                <a:moveTo>
                  <a:pt x="3281260" y="3992445"/>
                </a:moveTo>
                <a:cubicBezTo>
                  <a:pt x="3283637" y="3991257"/>
                  <a:pt x="3286013" y="3991257"/>
                  <a:pt x="3286013" y="3993633"/>
                </a:cubicBezTo>
                <a:cubicBezTo>
                  <a:pt x="3290766" y="3993633"/>
                  <a:pt x="3276507" y="3998385"/>
                  <a:pt x="3276507" y="3998385"/>
                </a:cubicBezTo>
                <a:cubicBezTo>
                  <a:pt x="3276507" y="3996008"/>
                  <a:pt x="3278884" y="3993633"/>
                  <a:pt x="3281260" y="3992445"/>
                </a:cubicBezTo>
                <a:close/>
                <a:moveTo>
                  <a:pt x="3354924" y="3783341"/>
                </a:moveTo>
                <a:cubicBezTo>
                  <a:pt x="3352548" y="3783341"/>
                  <a:pt x="3350171" y="3784529"/>
                  <a:pt x="3350171" y="3786905"/>
                </a:cubicBezTo>
                <a:cubicBezTo>
                  <a:pt x="3350171" y="3792449"/>
                  <a:pt x="3359677" y="3792449"/>
                  <a:pt x="3359677" y="3786905"/>
                </a:cubicBezTo>
                <a:cubicBezTo>
                  <a:pt x="3359677" y="3784529"/>
                  <a:pt x="3357300" y="3783341"/>
                  <a:pt x="3354924" y="3783341"/>
                </a:cubicBezTo>
                <a:close/>
                <a:moveTo>
                  <a:pt x="379854" y="3531862"/>
                </a:moveTo>
                <a:cubicBezTo>
                  <a:pt x="379854" y="3542158"/>
                  <a:pt x="384607" y="3546911"/>
                  <a:pt x="390151" y="3546911"/>
                </a:cubicBezTo>
                <a:cubicBezTo>
                  <a:pt x="394904" y="3542158"/>
                  <a:pt x="390151" y="3536613"/>
                  <a:pt x="379854" y="3531862"/>
                </a:cubicBezTo>
                <a:close/>
                <a:moveTo>
                  <a:pt x="3316187" y="3111265"/>
                </a:moveTo>
                <a:cubicBezTo>
                  <a:pt x="3316706" y="3111352"/>
                  <a:pt x="3317399" y="3112416"/>
                  <a:pt x="3318092" y="3113950"/>
                </a:cubicBezTo>
                <a:cubicBezTo>
                  <a:pt x="3319478" y="3117020"/>
                  <a:pt x="3320864" y="3121971"/>
                  <a:pt x="3320864" y="3124743"/>
                </a:cubicBezTo>
                <a:cubicBezTo>
                  <a:pt x="3320864" y="3134247"/>
                  <a:pt x="3315320" y="3119198"/>
                  <a:pt x="3315320" y="3114445"/>
                </a:cubicBezTo>
                <a:cubicBezTo>
                  <a:pt x="3315320" y="3112070"/>
                  <a:pt x="3315667" y="3111179"/>
                  <a:pt x="3316187" y="3111265"/>
                </a:cubicBezTo>
                <a:close/>
                <a:moveTo>
                  <a:pt x="3211866" y="2808265"/>
                </a:moveTo>
                <a:cubicBezTo>
                  <a:pt x="3210319" y="2808215"/>
                  <a:pt x="3208785" y="2810096"/>
                  <a:pt x="3207597" y="2815047"/>
                </a:cubicBezTo>
                <a:cubicBezTo>
                  <a:pt x="3207597" y="2824551"/>
                  <a:pt x="3212349" y="2834848"/>
                  <a:pt x="3217101" y="2830095"/>
                </a:cubicBezTo>
                <a:cubicBezTo>
                  <a:pt x="3219874" y="2827323"/>
                  <a:pt x="3218686" y="2818610"/>
                  <a:pt x="3216211" y="2813066"/>
                </a:cubicBezTo>
                <a:cubicBezTo>
                  <a:pt x="3214973" y="2810294"/>
                  <a:pt x="3213413" y="2808314"/>
                  <a:pt x="3211866" y="2808265"/>
                </a:cubicBezTo>
                <a:close/>
                <a:moveTo>
                  <a:pt x="3187312" y="2586364"/>
                </a:moveTo>
                <a:cubicBezTo>
                  <a:pt x="3185765" y="2584013"/>
                  <a:pt x="3184229" y="2584359"/>
                  <a:pt x="3183041" y="2589310"/>
                </a:cubicBezTo>
                <a:cubicBezTo>
                  <a:pt x="3180666" y="2601587"/>
                  <a:pt x="3184428" y="2610101"/>
                  <a:pt x="3188092" y="2616240"/>
                </a:cubicBezTo>
                <a:lnTo>
                  <a:pt x="3192376" y="2623252"/>
                </a:lnTo>
                <a:lnTo>
                  <a:pt x="3192547" y="2628913"/>
                </a:lnTo>
                <a:cubicBezTo>
                  <a:pt x="3193933" y="2627527"/>
                  <a:pt x="3193735" y="2625893"/>
                  <a:pt x="3192733" y="2623838"/>
                </a:cubicBezTo>
                <a:lnTo>
                  <a:pt x="3192376" y="2623252"/>
                </a:lnTo>
                <a:lnTo>
                  <a:pt x="3191656" y="2599607"/>
                </a:lnTo>
                <a:cubicBezTo>
                  <a:pt x="3190418" y="2593765"/>
                  <a:pt x="3188859" y="2588715"/>
                  <a:pt x="3187312" y="2586364"/>
                </a:cubicBezTo>
                <a:close/>
                <a:moveTo>
                  <a:pt x="3118883" y="2560004"/>
                </a:moveTo>
                <a:cubicBezTo>
                  <a:pt x="3114130" y="2574260"/>
                  <a:pt x="3133933" y="2609111"/>
                  <a:pt x="3133933" y="2609111"/>
                </a:cubicBezTo>
                <a:cubicBezTo>
                  <a:pt x="3138686" y="2604359"/>
                  <a:pt x="3124427" y="2549707"/>
                  <a:pt x="3118883" y="2560004"/>
                </a:cubicBezTo>
                <a:close/>
                <a:moveTo>
                  <a:pt x="3040467" y="2205952"/>
                </a:moveTo>
                <a:cubicBezTo>
                  <a:pt x="3035714" y="2230507"/>
                  <a:pt x="3050764" y="2274861"/>
                  <a:pt x="3055516" y="2309713"/>
                </a:cubicBezTo>
                <a:cubicBezTo>
                  <a:pt x="3060269" y="2323970"/>
                  <a:pt x="3075318" y="2412680"/>
                  <a:pt x="3075318" y="2412680"/>
                </a:cubicBezTo>
                <a:cubicBezTo>
                  <a:pt x="3084823" y="2402383"/>
                  <a:pt x="3055516" y="2176646"/>
                  <a:pt x="3040467" y="2205952"/>
                </a:cubicBezTo>
                <a:close/>
                <a:moveTo>
                  <a:pt x="2633336" y="2196448"/>
                </a:moveTo>
                <a:cubicBezTo>
                  <a:pt x="2623038" y="2205952"/>
                  <a:pt x="2653137" y="2314464"/>
                  <a:pt x="2653137" y="2323970"/>
                </a:cubicBezTo>
                <a:cubicBezTo>
                  <a:pt x="2653137" y="2334266"/>
                  <a:pt x="2667394" y="2397631"/>
                  <a:pt x="2662643" y="2348523"/>
                </a:cubicBezTo>
                <a:cubicBezTo>
                  <a:pt x="2657890" y="2314464"/>
                  <a:pt x="2642840" y="2186944"/>
                  <a:pt x="2633336" y="2196448"/>
                </a:cubicBezTo>
                <a:close/>
                <a:moveTo>
                  <a:pt x="1620754" y="2059949"/>
                </a:moveTo>
                <a:lnTo>
                  <a:pt x="1616237" y="2060968"/>
                </a:lnTo>
                <a:cubicBezTo>
                  <a:pt x="1615086" y="2061228"/>
                  <a:pt x="1615853" y="2061055"/>
                  <a:pt x="1617387" y="2060708"/>
                </a:cubicBezTo>
                <a:close/>
                <a:moveTo>
                  <a:pt x="1626596" y="2058629"/>
                </a:moveTo>
                <a:lnTo>
                  <a:pt x="1620754" y="2059949"/>
                </a:lnTo>
                <a:lnTo>
                  <a:pt x="1623143" y="2059409"/>
                </a:lnTo>
                <a:cubicBezTo>
                  <a:pt x="1625061" y="2058976"/>
                  <a:pt x="1626596" y="2058629"/>
                  <a:pt x="1626596" y="2058629"/>
                </a:cubicBezTo>
                <a:close/>
                <a:moveTo>
                  <a:pt x="1444416" y="1980215"/>
                </a:moveTo>
                <a:cubicBezTo>
                  <a:pt x="1454713" y="1980215"/>
                  <a:pt x="1464218" y="1980215"/>
                  <a:pt x="1464218" y="1990513"/>
                </a:cubicBezTo>
                <a:cubicBezTo>
                  <a:pt x="1454713" y="1990513"/>
                  <a:pt x="1449961" y="1984968"/>
                  <a:pt x="1444416" y="1980215"/>
                </a:cubicBezTo>
                <a:close/>
                <a:moveTo>
                  <a:pt x="1415109" y="1965958"/>
                </a:moveTo>
                <a:cubicBezTo>
                  <a:pt x="1415109" y="1965958"/>
                  <a:pt x="1395307" y="1970711"/>
                  <a:pt x="1415109" y="1965958"/>
                </a:cubicBezTo>
                <a:close/>
                <a:moveTo>
                  <a:pt x="1390554" y="1950909"/>
                </a:moveTo>
                <a:lnTo>
                  <a:pt x="1381050" y="1955661"/>
                </a:lnTo>
                <a:cubicBezTo>
                  <a:pt x="1376297" y="1950909"/>
                  <a:pt x="1390554" y="1950909"/>
                  <a:pt x="1390554" y="1950909"/>
                </a:cubicBezTo>
                <a:close/>
                <a:moveTo>
                  <a:pt x="1376297" y="1946157"/>
                </a:moveTo>
                <a:lnTo>
                  <a:pt x="1366000" y="1950909"/>
                </a:lnTo>
                <a:cubicBezTo>
                  <a:pt x="1366000" y="1946157"/>
                  <a:pt x="1376297" y="1946157"/>
                  <a:pt x="1376297" y="1946157"/>
                </a:cubicBezTo>
                <a:close/>
                <a:moveTo>
                  <a:pt x="3049836" y="1600484"/>
                </a:moveTo>
                <a:cubicBezTo>
                  <a:pt x="3054626" y="1603492"/>
                  <a:pt x="3059081" y="1618640"/>
                  <a:pt x="3055516" y="1622204"/>
                </a:cubicBezTo>
                <a:cubicBezTo>
                  <a:pt x="3055516" y="1636461"/>
                  <a:pt x="3045219" y="1631709"/>
                  <a:pt x="3045219" y="1602402"/>
                </a:cubicBezTo>
                <a:cubicBezTo>
                  <a:pt x="3046605" y="1599828"/>
                  <a:pt x="3048239" y="1599482"/>
                  <a:pt x="3049836" y="1600484"/>
                </a:cubicBezTo>
                <a:close/>
                <a:moveTo>
                  <a:pt x="3040467" y="1577849"/>
                </a:moveTo>
                <a:cubicBezTo>
                  <a:pt x="3045219" y="1573096"/>
                  <a:pt x="3050764" y="1582600"/>
                  <a:pt x="3045219" y="1587353"/>
                </a:cubicBezTo>
                <a:cubicBezTo>
                  <a:pt x="3045219" y="1597650"/>
                  <a:pt x="3040467" y="1587353"/>
                  <a:pt x="3040467" y="1577849"/>
                </a:cubicBezTo>
                <a:close/>
                <a:moveTo>
                  <a:pt x="2923238" y="1474881"/>
                </a:moveTo>
                <a:cubicBezTo>
                  <a:pt x="2923238" y="1474881"/>
                  <a:pt x="2923238" y="1474881"/>
                  <a:pt x="2923238" y="1479633"/>
                </a:cubicBezTo>
                <a:cubicBezTo>
                  <a:pt x="2917693" y="1499434"/>
                  <a:pt x="2923238" y="1479633"/>
                  <a:pt x="2923238" y="1474881"/>
                </a:cubicBezTo>
                <a:close/>
                <a:moveTo>
                  <a:pt x="2917693" y="1445574"/>
                </a:moveTo>
                <a:cubicBezTo>
                  <a:pt x="2932743" y="1459831"/>
                  <a:pt x="2917693" y="1445574"/>
                  <a:pt x="2917693" y="1445574"/>
                </a:cubicBezTo>
                <a:close/>
                <a:moveTo>
                  <a:pt x="2990350" y="1424797"/>
                </a:moveTo>
                <a:cubicBezTo>
                  <a:pt x="2999328" y="1435983"/>
                  <a:pt x="3008685" y="1530326"/>
                  <a:pt x="2991357" y="1474881"/>
                </a:cubicBezTo>
                <a:cubicBezTo>
                  <a:pt x="2991357" y="1455080"/>
                  <a:pt x="2981853" y="1445574"/>
                  <a:pt x="2986604" y="1425773"/>
                </a:cubicBezTo>
                <a:cubicBezTo>
                  <a:pt x="2987792" y="1423298"/>
                  <a:pt x="2989067" y="1423199"/>
                  <a:pt x="2990350" y="1424797"/>
                </a:cubicBezTo>
                <a:close/>
                <a:moveTo>
                  <a:pt x="2912941" y="1415477"/>
                </a:moveTo>
                <a:cubicBezTo>
                  <a:pt x="2923238" y="1415477"/>
                  <a:pt x="2912941" y="1435278"/>
                  <a:pt x="2917693" y="1445574"/>
                </a:cubicBezTo>
                <a:cubicBezTo>
                  <a:pt x="2903436" y="1440030"/>
                  <a:pt x="2912941" y="1421021"/>
                  <a:pt x="2912941" y="1415477"/>
                </a:cubicBezTo>
                <a:close/>
                <a:moveTo>
                  <a:pt x="2903436" y="1356864"/>
                </a:moveTo>
                <a:cubicBezTo>
                  <a:pt x="2908188" y="1371913"/>
                  <a:pt x="2912941" y="1390922"/>
                  <a:pt x="2912941" y="1415477"/>
                </a:cubicBezTo>
                <a:cubicBezTo>
                  <a:pt x="2903436" y="1401219"/>
                  <a:pt x="2903436" y="1376665"/>
                  <a:pt x="2903436" y="1356864"/>
                </a:cubicBezTo>
                <a:close/>
                <a:moveTo>
                  <a:pt x="2897086" y="1348510"/>
                </a:moveTo>
                <a:cubicBezTo>
                  <a:pt x="2894970" y="1345725"/>
                  <a:pt x="2903436" y="1356864"/>
                  <a:pt x="2903436" y="1356864"/>
                </a:cubicBezTo>
                <a:cubicBezTo>
                  <a:pt x="2899674" y="1351914"/>
                  <a:pt x="2897792" y="1349438"/>
                  <a:pt x="2897086" y="1348510"/>
                </a:cubicBezTo>
                <a:close/>
                <a:moveTo>
                  <a:pt x="2780663" y="1337062"/>
                </a:moveTo>
                <a:cubicBezTo>
                  <a:pt x="2775118" y="1347359"/>
                  <a:pt x="2785416" y="1390922"/>
                  <a:pt x="2790168" y="1421021"/>
                </a:cubicBezTo>
                <a:cubicBezTo>
                  <a:pt x="2794920" y="1450327"/>
                  <a:pt x="2799673" y="1474881"/>
                  <a:pt x="2805217" y="1499434"/>
                </a:cubicBezTo>
                <a:cubicBezTo>
                  <a:pt x="2863831" y="1852693"/>
                  <a:pt x="2912941" y="2196448"/>
                  <a:pt x="2966803" y="2560004"/>
                </a:cubicBezTo>
                <a:cubicBezTo>
                  <a:pt x="2966803" y="2579804"/>
                  <a:pt x="2977100" y="2643170"/>
                  <a:pt x="2977100" y="2643170"/>
                </a:cubicBezTo>
                <a:cubicBezTo>
                  <a:pt x="2991357" y="2628913"/>
                  <a:pt x="2962050" y="2506144"/>
                  <a:pt x="2962050" y="2471292"/>
                </a:cubicBezTo>
                <a:cubicBezTo>
                  <a:pt x="2912941" y="2113282"/>
                  <a:pt x="2873337" y="1813883"/>
                  <a:pt x="2814723" y="1489138"/>
                </a:cubicBezTo>
                <a:cubicBezTo>
                  <a:pt x="2809970" y="1464584"/>
                  <a:pt x="2780663" y="1327558"/>
                  <a:pt x="2780663" y="1337062"/>
                </a:cubicBezTo>
                <a:close/>
                <a:moveTo>
                  <a:pt x="2893882" y="1298214"/>
                </a:moveTo>
                <a:cubicBezTo>
                  <a:pt x="2894328" y="1298474"/>
                  <a:pt x="2894922" y="1300281"/>
                  <a:pt x="2895516" y="1302706"/>
                </a:cubicBezTo>
                <a:cubicBezTo>
                  <a:pt x="2896703" y="1307558"/>
                  <a:pt x="2897891" y="1314885"/>
                  <a:pt x="2897891" y="1317260"/>
                </a:cubicBezTo>
                <a:cubicBezTo>
                  <a:pt x="2893139" y="1327558"/>
                  <a:pt x="2888386" y="1322805"/>
                  <a:pt x="2893139" y="1303003"/>
                </a:cubicBezTo>
                <a:cubicBezTo>
                  <a:pt x="2893139" y="1299241"/>
                  <a:pt x="2893436" y="1297954"/>
                  <a:pt x="2893882" y="1298214"/>
                </a:cubicBezTo>
                <a:close/>
                <a:moveTo>
                  <a:pt x="2763047" y="1226089"/>
                </a:moveTo>
                <a:cubicBezTo>
                  <a:pt x="2762210" y="1225926"/>
                  <a:pt x="2761455" y="1226867"/>
                  <a:pt x="2760861" y="1229342"/>
                </a:cubicBezTo>
                <a:cubicBezTo>
                  <a:pt x="2756108" y="1238847"/>
                  <a:pt x="2765613" y="1238847"/>
                  <a:pt x="2765613" y="1243599"/>
                </a:cubicBezTo>
                <a:cubicBezTo>
                  <a:pt x="2778782" y="1282411"/>
                  <a:pt x="2768905" y="1227226"/>
                  <a:pt x="2763047" y="1226089"/>
                </a:cubicBezTo>
                <a:close/>
                <a:moveTo>
                  <a:pt x="1579776" y="1186086"/>
                </a:moveTo>
                <a:cubicBezTo>
                  <a:pt x="1580668" y="1186661"/>
                  <a:pt x="1583048" y="1188195"/>
                  <a:pt x="1587807" y="1191263"/>
                </a:cubicBezTo>
                <a:cubicBezTo>
                  <a:pt x="1587807" y="1191263"/>
                  <a:pt x="1605748" y="1203237"/>
                  <a:pt x="1587807" y="1191263"/>
                </a:cubicBezTo>
                <a:cubicBezTo>
                  <a:pt x="1587807" y="1191263"/>
                  <a:pt x="1577099" y="1184359"/>
                  <a:pt x="1579776" y="1186086"/>
                </a:cubicBezTo>
                <a:close/>
                <a:moveTo>
                  <a:pt x="2738460" y="1071734"/>
                </a:moveTo>
                <a:cubicBezTo>
                  <a:pt x="2737197" y="1071920"/>
                  <a:pt x="2736306" y="1073504"/>
                  <a:pt x="2736306" y="1077266"/>
                </a:cubicBezTo>
                <a:cubicBezTo>
                  <a:pt x="2736306" y="1082019"/>
                  <a:pt x="2745811" y="1086771"/>
                  <a:pt x="2745811" y="1086771"/>
                </a:cubicBezTo>
                <a:cubicBezTo>
                  <a:pt x="2748187" y="1084395"/>
                  <a:pt x="2745811" y="1078256"/>
                  <a:pt x="2742841" y="1074593"/>
                </a:cubicBezTo>
                <a:cubicBezTo>
                  <a:pt x="2741356" y="1072761"/>
                  <a:pt x="2739722" y="1071548"/>
                  <a:pt x="2738460" y="1071734"/>
                </a:cubicBezTo>
                <a:close/>
                <a:moveTo>
                  <a:pt x="2288114" y="1060928"/>
                </a:moveTo>
                <a:cubicBezTo>
                  <a:pt x="2288114" y="1060928"/>
                  <a:pt x="2307152" y="1073202"/>
                  <a:pt x="2288114" y="1060928"/>
                </a:cubicBezTo>
                <a:close/>
                <a:moveTo>
                  <a:pt x="2668367" y="922401"/>
                </a:moveTo>
                <a:lnTo>
                  <a:pt x="2668460" y="922588"/>
                </a:lnTo>
                <a:lnTo>
                  <a:pt x="2668306" y="922507"/>
                </a:lnTo>
                <a:close/>
                <a:moveTo>
                  <a:pt x="2679939" y="912282"/>
                </a:moveTo>
                <a:cubicBezTo>
                  <a:pt x="2679939" y="912282"/>
                  <a:pt x="2678140" y="918862"/>
                  <a:pt x="2676044" y="926537"/>
                </a:cubicBezTo>
                <a:lnTo>
                  <a:pt x="2675497" y="926253"/>
                </a:lnTo>
                <a:lnTo>
                  <a:pt x="2676900" y="919647"/>
                </a:lnTo>
                <a:lnTo>
                  <a:pt x="2676226" y="914787"/>
                </a:lnTo>
                <a:close/>
                <a:moveTo>
                  <a:pt x="1532230" y="515735"/>
                </a:moveTo>
                <a:cubicBezTo>
                  <a:pt x="1540877" y="522904"/>
                  <a:pt x="1547761" y="548650"/>
                  <a:pt x="1535195" y="555822"/>
                </a:cubicBezTo>
                <a:cubicBezTo>
                  <a:pt x="1535195" y="555822"/>
                  <a:pt x="1520053" y="529293"/>
                  <a:pt x="1523650" y="516134"/>
                </a:cubicBezTo>
                <a:cubicBezTo>
                  <a:pt x="1526269" y="513020"/>
                  <a:pt x="1529347" y="513345"/>
                  <a:pt x="1532230" y="515735"/>
                </a:cubicBezTo>
                <a:close/>
                <a:moveTo>
                  <a:pt x="2120062" y="483503"/>
                </a:moveTo>
                <a:cubicBezTo>
                  <a:pt x="2124898" y="483057"/>
                  <a:pt x="2131570" y="499611"/>
                  <a:pt x="2125568" y="534504"/>
                </a:cubicBezTo>
                <a:cubicBezTo>
                  <a:pt x="2112225" y="501396"/>
                  <a:pt x="2115226" y="483950"/>
                  <a:pt x="2120062" y="483503"/>
                </a:cubicBezTo>
                <a:close/>
                <a:moveTo>
                  <a:pt x="1815833" y="434534"/>
                </a:moveTo>
                <a:cubicBezTo>
                  <a:pt x="1816824" y="446001"/>
                  <a:pt x="1817990" y="455747"/>
                  <a:pt x="1817728" y="456706"/>
                </a:cubicBezTo>
                <a:lnTo>
                  <a:pt x="1815132" y="444828"/>
                </a:lnTo>
                <a:close/>
                <a:moveTo>
                  <a:pt x="1884691" y="286008"/>
                </a:moveTo>
                <a:cubicBezTo>
                  <a:pt x="1885667" y="286275"/>
                  <a:pt x="1888272" y="286987"/>
                  <a:pt x="1893481" y="288409"/>
                </a:cubicBezTo>
                <a:cubicBezTo>
                  <a:pt x="1911421" y="300384"/>
                  <a:pt x="1893481" y="288409"/>
                  <a:pt x="1893481" y="288409"/>
                </a:cubicBezTo>
                <a:cubicBezTo>
                  <a:pt x="1893481" y="288409"/>
                  <a:pt x="1881761" y="285207"/>
                  <a:pt x="1884691" y="286008"/>
                </a:cubicBezTo>
                <a:close/>
                <a:moveTo>
                  <a:pt x="1460811" y="257618"/>
                </a:moveTo>
                <a:lnTo>
                  <a:pt x="1461213" y="261540"/>
                </a:lnTo>
                <a:lnTo>
                  <a:pt x="1459466" y="262236"/>
                </a:lnTo>
                <a:cubicBezTo>
                  <a:pt x="1457090" y="262236"/>
                  <a:pt x="1458278" y="260850"/>
                  <a:pt x="1460060" y="258870"/>
                </a:cubicBezTo>
                <a:close/>
                <a:moveTo>
                  <a:pt x="2353240" y="72300"/>
                </a:moveTo>
                <a:cubicBezTo>
                  <a:pt x="2370981" y="182035"/>
                  <a:pt x="2383926" y="309313"/>
                  <a:pt x="2394226" y="442498"/>
                </a:cubicBezTo>
                <a:lnTo>
                  <a:pt x="2419172" y="845418"/>
                </a:lnTo>
                <a:lnTo>
                  <a:pt x="2406799" y="767571"/>
                </a:lnTo>
                <a:lnTo>
                  <a:pt x="2378846" y="575363"/>
                </a:lnTo>
                <a:lnTo>
                  <a:pt x="2379461" y="555280"/>
                </a:lnTo>
                <a:cubicBezTo>
                  <a:pt x="2379092" y="499495"/>
                  <a:pt x="2376478" y="442214"/>
                  <a:pt x="2371026" y="382389"/>
                </a:cubicBezTo>
                <a:lnTo>
                  <a:pt x="2367011" y="325300"/>
                </a:lnTo>
                <a:lnTo>
                  <a:pt x="2368482" y="317681"/>
                </a:lnTo>
                <a:lnTo>
                  <a:pt x="2363831" y="280113"/>
                </a:lnTo>
                <a:lnTo>
                  <a:pt x="2359447" y="217772"/>
                </a:lnTo>
                <a:cubicBezTo>
                  <a:pt x="2355636" y="164877"/>
                  <a:pt x="2352720" y="115172"/>
                  <a:pt x="2353240" y="72300"/>
                </a:cubicBezTo>
                <a:close/>
                <a:moveTo>
                  <a:pt x="1872863" y="0"/>
                </a:moveTo>
                <a:lnTo>
                  <a:pt x="1884617" y="3530"/>
                </a:lnTo>
                <a:lnTo>
                  <a:pt x="1890956" y="7588"/>
                </a:lnTo>
                <a:lnTo>
                  <a:pt x="1896498" y="48824"/>
                </a:lnTo>
                <a:cubicBezTo>
                  <a:pt x="1908088" y="146564"/>
                  <a:pt x="1919677" y="244305"/>
                  <a:pt x="1936126" y="343669"/>
                </a:cubicBezTo>
                <a:cubicBezTo>
                  <a:pt x="1962173" y="489849"/>
                  <a:pt x="1944049" y="638098"/>
                  <a:pt x="1976675" y="786076"/>
                </a:cubicBezTo>
                <a:cubicBezTo>
                  <a:pt x="1978290" y="749985"/>
                  <a:pt x="1971437" y="697437"/>
                  <a:pt x="1992545" y="753881"/>
                </a:cubicBezTo>
                <a:cubicBezTo>
                  <a:pt x="1998213" y="784892"/>
                  <a:pt x="2005521" y="917700"/>
                  <a:pt x="2020663" y="944231"/>
                </a:cubicBezTo>
                <a:cubicBezTo>
                  <a:pt x="2020663" y="944231"/>
                  <a:pt x="2021965" y="944587"/>
                  <a:pt x="2023593" y="945032"/>
                </a:cubicBezTo>
                <a:lnTo>
                  <a:pt x="2025566" y="945571"/>
                </a:lnTo>
                <a:lnTo>
                  <a:pt x="2029453" y="946633"/>
                </a:lnTo>
                <a:cubicBezTo>
                  <a:pt x="2030430" y="946900"/>
                  <a:pt x="2029779" y="946722"/>
                  <a:pt x="2028476" y="946366"/>
                </a:cubicBezTo>
                <a:lnTo>
                  <a:pt x="2025566" y="945571"/>
                </a:lnTo>
                <a:lnTo>
                  <a:pt x="2020663" y="944231"/>
                </a:lnTo>
                <a:cubicBezTo>
                  <a:pt x="2033577" y="845232"/>
                  <a:pt x="2022032" y="805543"/>
                  <a:pt x="2023372" y="718703"/>
                </a:cubicBezTo>
                <a:cubicBezTo>
                  <a:pt x="2019048" y="600850"/>
                  <a:pt x="2029067" y="697868"/>
                  <a:pt x="2048990" y="732774"/>
                </a:cubicBezTo>
                <a:cubicBezTo>
                  <a:pt x="2064132" y="759303"/>
                  <a:pt x="2037445" y="693085"/>
                  <a:pt x="2056483" y="705360"/>
                </a:cubicBezTo>
                <a:cubicBezTo>
                  <a:pt x="2075520" y="717634"/>
                  <a:pt x="2063519" y="787420"/>
                  <a:pt x="2069187" y="818431"/>
                </a:cubicBezTo>
                <a:cubicBezTo>
                  <a:pt x="2067572" y="854523"/>
                  <a:pt x="2063062" y="896895"/>
                  <a:pt x="2073511" y="936282"/>
                </a:cubicBezTo>
                <a:cubicBezTo>
                  <a:pt x="2073511" y="936282"/>
                  <a:pt x="2087767" y="940179"/>
                  <a:pt x="2092549" y="948557"/>
                </a:cubicBezTo>
                <a:cubicBezTo>
                  <a:pt x="2095232" y="964611"/>
                  <a:pt x="2105253" y="1061628"/>
                  <a:pt x="2106137" y="1084262"/>
                </a:cubicBezTo>
                <a:cubicBezTo>
                  <a:pt x="2134895" y="1194649"/>
                  <a:pt x="2119937" y="1007895"/>
                  <a:pt x="2122648" y="972103"/>
                </a:cubicBezTo>
                <a:cubicBezTo>
                  <a:pt x="2118595" y="905000"/>
                  <a:pt x="2111743" y="852452"/>
                  <a:pt x="2119235" y="825038"/>
                </a:cubicBezTo>
                <a:cubicBezTo>
                  <a:pt x="2126272" y="717362"/>
                  <a:pt x="2117436" y="641881"/>
                  <a:pt x="2125568" y="534504"/>
                </a:cubicBezTo>
                <a:cubicBezTo>
                  <a:pt x="2143966" y="626741"/>
                  <a:pt x="2134649" y="712580"/>
                  <a:pt x="2144669" y="809597"/>
                </a:cubicBezTo>
                <a:cubicBezTo>
                  <a:pt x="2147536" y="855164"/>
                  <a:pt x="2141229" y="904115"/>
                  <a:pt x="2161152" y="939023"/>
                </a:cubicBezTo>
                <a:cubicBezTo>
                  <a:pt x="2172513" y="949199"/>
                  <a:pt x="2179093" y="950996"/>
                  <a:pt x="2183173" y="966253"/>
                </a:cubicBezTo>
                <a:cubicBezTo>
                  <a:pt x="2193622" y="1005641"/>
                  <a:pt x="2173856" y="1052093"/>
                  <a:pt x="2182506" y="1098061"/>
                </a:cubicBezTo>
                <a:cubicBezTo>
                  <a:pt x="2184304" y="1091482"/>
                  <a:pt x="2220397" y="1093097"/>
                  <a:pt x="2218299" y="1100772"/>
                </a:cubicBezTo>
                <a:cubicBezTo>
                  <a:pt x="2235538" y="1119626"/>
                  <a:pt x="2200174" y="1249022"/>
                  <a:pt x="2232371" y="1264893"/>
                </a:cubicBezTo>
                <a:cubicBezTo>
                  <a:pt x="2246627" y="1268789"/>
                  <a:pt x="2232371" y="1264893"/>
                  <a:pt x="2232371" y="1264893"/>
                </a:cubicBezTo>
                <a:cubicBezTo>
                  <a:pt x="2247056" y="1211160"/>
                  <a:pt x="2227134" y="1176253"/>
                  <a:pt x="2233740" y="1126205"/>
                </a:cubicBezTo>
                <a:cubicBezTo>
                  <a:pt x="2245741" y="1056419"/>
                  <a:pt x="2248269" y="991114"/>
                  <a:pt x="2242328" y="909355"/>
                </a:cubicBezTo>
                <a:cubicBezTo>
                  <a:pt x="2243397" y="771763"/>
                  <a:pt x="2266577" y="1062114"/>
                  <a:pt x="2273157" y="1063912"/>
                </a:cubicBezTo>
                <a:lnTo>
                  <a:pt x="2301914" y="984563"/>
                </a:lnTo>
                <a:cubicBezTo>
                  <a:pt x="2308493" y="986361"/>
                  <a:pt x="2308038" y="1095836"/>
                  <a:pt x="2308038" y="1095836"/>
                </a:cubicBezTo>
                <a:cubicBezTo>
                  <a:pt x="2314890" y="1148384"/>
                  <a:pt x="2302616" y="1167420"/>
                  <a:pt x="2314161" y="1207109"/>
                </a:cubicBezTo>
                <a:cubicBezTo>
                  <a:pt x="2314161" y="1207109"/>
                  <a:pt x="2333900" y="1212503"/>
                  <a:pt x="2314161" y="1207109"/>
                </a:cubicBezTo>
                <a:cubicBezTo>
                  <a:pt x="2321653" y="1179693"/>
                  <a:pt x="2317328" y="1061841"/>
                  <a:pt x="2323908" y="1063639"/>
                </a:cubicBezTo>
                <a:cubicBezTo>
                  <a:pt x="2330487" y="1065438"/>
                  <a:pt x="2349069" y="1187186"/>
                  <a:pt x="2351323" y="1071132"/>
                </a:cubicBezTo>
                <a:cubicBezTo>
                  <a:pt x="2357446" y="992669"/>
                  <a:pt x="2337251" y="907012"/>
                  <a:pt x="2357930" y="831349"/>
                </a:cubicBezTo>
                <a:cubicBezTo>
                  <a:pt x="2361525" y="818189"/>
                  <a:pt x="2387600" y="912523"/>
                  <a:pt x="2377825" y="918102"/>
                </a:cubicBezTo>
                <a:cubicBezTo>
                  <a:pt x="2395978" y="907742"/>
                  <a:pt x="2375325" y="741824"/>
                  <a:pt x="2374439" y="719190"/>
                </a:cubicBezTo>
                <a:lnTo>
                  <a:pt x="2376743" y="644018"/>
                </a:lnTo>
                <a:lnTo>
                  <a:pt x="2417096" y="885588"/>
                </a:lnTo>
                <a:lnTo>
                  <a:pt x="2422980" y="919085"/>
                </a:lnTo>
                <a:lnTo>
                  <a:pt x="2423918" y="935412"/>
                </a:lnTo>
                <a:cubicBezTo>
                  <a:pt x="2424791" y="947583"/>
                  <a:pt x="2425649" y="955625"/>
                  <a:pt x="2426393" y="955129"/>
                </a:cubicBezTo>
                <a:lnTo>
                  <a:pt x="2427104" y="942556"/>
                </a:lnTo>
                <a:lnTo>
                  <a:pt x="2480265" y="1245183"/>
                </a:lnTo>
                <a:cubicBezTo>
                  <a:pt x="2500464" y="1366764"/>
                  <a:pt x="2520067" y="1487158"/>
                  <a:pt x="2539869" y="1597650"/>
                </a:cubicBezTo>
                <a:cubicBezTo>
                  <a:pt x="2544621" y="1622204"/>
                  <a:pt x="2539869" y="1592106"/>
                  <a:pt x="2544621" y="1631709"/>
                </a:cubicBezTo>
                <a:cubicBezTo>
                  <a:pt x="2554919" y="1700618"/>
                  <a:pt x="2554919" y="1631709"/>
                  <a:pt x="2549374" y="1611908"/>
                </a:cubicBezTo>
                <a:cubicBezTo>
                  <a:pt x="2535117" y="1489138"/>
                  <a:pt x="2500265" y="1307756"/>
                  <a:pt x="2480463" y="1219046"/>
                </a:cubicBezTo>
                <a:cubicBezTo>
                  <a:pt x="2463433" y="1130730"/>
                  <a:pt x="2451354" y="1052317"/>
                  <a:pt x="2440364" y="978754"/>
                </a:cubicBezTo>
                <a:lnTo>
                  <a:pt x="2429773" y="912124"/>
                </a:lnTo>
                <a:lnTo>
                  <a:pt x="2432344" y="893669"/>
                </a:lnTo>
                <a:cubicBezTo>
                  <a:pt x="2436226" y="888764"/>
                  <a:pt x="2439653" y="947372"/>
                  <a:pt x="2446299" y="965099"/>
                </a:cubicBezTo>
                <a:cubicBezTo>
                  <a:pt x="2448097" y="958520"/>
                  <a:pt x="2449896" y="951939"/>
                  <a:pt x="2451694" y="945360"/>
                </a:cubicBezTo>
                <a:cubicBezTo>
                  <a:pt x="2449896" y="951939"/>
                  <a:pt x="2482821" y="909085"/>
                  <a:pt x="2490497" y="911182"/>
                </a:cubicBezTo>
                <a:cubicBezTo>
                  <a:pt x="2503657" y="914779"/>
                  <a:pt x="2515448" y="1057062"/>
                  <a:pt x="2516333" y="1079696"/>
                </a:cubicBezTo>
                <a:cubicBezTo>
                  <a:pt x="2539423" y="1159073"/>
                  <a:pt x="2525194" y="913594"/>
                  <a:pt x="2539450" y="917490"/>
                </a:cubicBezTo>
                <a:cubicBezTo>
                  <a:pt x="2554407" y="914507"/>
                  <a:pt x="2565497" y="1063671"/>
                  <a:pt x="2565039" y="983408"/>
                </a:cubicBezTo>
                <a:lnTo>
                  <a:pt x="2566618" y="959225"/>
                </a:lnTo>
                <a:lnTo>
                  <a:pt x="2593731" y="1062218"/>
                </a:lnTo>
                <a:cubicBezTo>
                  <a:pt x="2613533" y="1120829"/>
                  <a:pt x="2603236" y="1066969"/>
                  <a:pt x="2593731" y="1017862"/>
                </a:cubicBezTo>
                <a:cubicBezTo>
                  <a:pt x="2586206" y="978655"/>
                  <a:pt x="2580067" y="939448"/>
                  <a:pt x="2574622" y="902618"/>
                </a:cubicBezTo>
                <a:lnTo>
                  <a:pt x="2571629" y="882398"/>
                </a:lnTo>
                <a:lnTo>
                  <a:pt x="2573584" y="852428"/>
                </a:lnTo>
                <a:cubicBezTo>
                  <a:pt x="2575403" y="805344"/>
                  <a:pt x="2575927" y="755990"/>
                  <a:pt x="2574357" y="707832"/>
                </a:cubicBezTo>
                <a:cubicBezTo>
                  <a:pt x="2574970" y="679715"/>
                  <a:pt x="2556872" y="586383"/>
                  <a:pt x="2561382" y="544011"/>
                </a:cubicBezTo>
                <a:cubicBezTo>
                  <a:pt x="2569786" y="487385"/>
                  <a:pt x="2576795" y="621291"/>
                  <a:pt x="2579779" y="636248"/>
                </a:cubicBezTo>
                <a:cubicBezTo>
                  <a:pt x="2588586" y="763574"/>
                  <a:pt x="2598149" y="780329"/>
                  <a:pt x="2611036" y="922913"/>
                </a:cubicBezTo>
                <a:cubicBezTo>
                  <a:pt x="2614905" y="960504"/>
                  <a:pt x="2615089" y="990016"/>
                  <a:pt x="2620757" y="1021027"/>
                </a:cubicBezTo>
                <a:cubicBezTo>
                  <a:pt x="2638268" y="1090629"/>
                  <a:pt x="2635741" y="966197"/>
                  <a:pt x="2636653" y="936985"/>
                </a:cubicBezTo>
                <a:cubicBezTo>
                  <a:pt x="2633486" y="892515"/>
                  <a:pt x="2618256" y="844748"/>
                  <a:pt x="2639793" y="843564"/>
                </a:cubicBezTo>
                <a:cubicBezTo>
                  <a:pt x="2633213" y="841766"/>
                  <a:pt x="2659989" y="929221"/>
                  <a:pt x="2668850" y="952855"/>
                </a:cubicBezTo>
                <a:cubicBezTo>
                  <a:pt x="2668850" y="952855"/>
                  <a:pt x="2662244" y="1002903"/>
                  <a:pt x="2681097" y="985665"/>
                </a:cubicBezTo>
                <a:cubicBezTo>
                  <a:pt x="2681097" y="985665"/>
                  <a:pt x="2677228" y="948073"/>
                  <a:pt x="2676044" y="926537"/>
                </a:cubicBezTo>
                <a:cubicBezTo>
                  <a:pt x="2691300" y="922458"/>
                  <a:pt x="2706258" y="919474"/>
                  <a:pt x="2706258" y="919474"/>
                </a:cubicBezTo>
                <a:lnTo>
                  <a:pt x="2706151" y="911751"/>
                </a:lnTo>
                <a:lnTo>
                  <a:pt x="2709760" y="930847"/>
                </a:lnTo>
                <a:cubicBezTo>
                  <a:pt x="2715960" y="962368"/>
                  <a:pt x="2721852" y="990932"/>
                  <a:pt x="2726801" y="1013109"/>
                </a:cubicBezTo>
                <a:cubicBezTo>
                  <a:pt x="2731554" y="1032910"/>
                  <a:pt x="2741058" y="1096276"/>
                  <a:pt x="2741058" y="1047168"/>
                </a:cubicBezTo>
                <a:cubicBezTo>
                  <a:pt x="2736306" y="1003605"/>
                  <a:pt x="2706999" y="910141"/>
                  <a:pt x="2711751" y="875291"/>
                </a:cubicBezTo>
                <a:cubicBezTo>
                  <a:pt x="2711751" y="865787"/>
                  <a:pt x="2721257" y="875291"/>
                  <a:pt x="2721257" y="865787"/>
                </a:cubicBezTo>
                <a:cubicBezTo>
                  <a:pt x="2721257" y="853509"/>
                  <a:pt x="2719424" y="841530"/>
                  <a:pt x="2716826" y="829933"/>
                </a:cubicBezTo>
                <a:lnTo>
                  <a:pt x="2710198" y="805317"/>
                </a:lnTo>
                <a:lnTo>
                  <a:pt x="2713986" y="797404"/>
                </a:lnTo>
                <a:cubicBezTo>
                  <a:pt x="2717391" y="794651"/>
                  <a:pt x="2721426" y="799290"/>
                  <a:pt x="2723953" y="828853"/>
                </a:cubicBezTo>
                <a:cubicBezTo>
                  <a:pt x="2726821" y="874419"/>
                  <a:pt x="2713478" y="841311"/>
                  <a:pt x="2728619" y="867841"/>
                </a:cubicBezTo>
                <a:cubicBezTo>
                  <a:pt x="2718258" y="849688"/>
                  <a:pt x="2742692" y="842223"/>
                  <a:pt x="2754052" y="852399"/>
                </a:cubicBezTo>
                <a:cubicBezTo>
                  <a:pt x="2749271" y="844022"/>
                  <a:pt x="2754781" y="983410"/>
                  <a:pt x="2761362" y="985209"/>
                </a:cubicBezTo>
                <a:cubicBezTo>
                  <a:pt x="2774750" y="978263"/>
                  <a:pt x="2766239" y="915612"/>
                  <a:pt x="2762665" y="879170"/>
                </a:cubicBezTo>
                <a:lnTo>
                  <a:pt x="2761757" y="855253"/>
                </a:lnTo>
                <a:lnTo>
                  <a:pt x="2780367" y="951031"/>
                </a:lnTo>
                <a:cubicBezTo>
                  <a:pt x="2787793" y="989744"/>
                  <a:pt x="2795316" y="1027763"/>
                  <a:pt x="2805217" y="1071722"/>
                </a:cubicBezTo>
                <a:cubicBezTo>
                  <a:pt x="2814723" y="1116078"/>
                  <a:pt x="2819476" y="1184987"/>
                  <a:pt x="2829771" y="1200036"/>
                </a:cubicBezTo>
                <a:cubicBezTo>
                  <a:pt x="2834524" y="1204788"/>
                  <a:pt x="2844030" y="1204788"/>
                  <a:pt x="2848783" y="1209540"/>
                </a:cubicBezTo>
                <a:cubicBezTo>
                  <a:pt x="2859079" y="1243599"/>
                  <a:pt x="2859079" y="1287955"/>
                  <a:pt x="2868584" y="1332309"/>
                </a:cubicBezTo>
                <a:cubicBezTo>
                  <a:pt x="2912941" y="1607155"/>
                  <a:pt x="2962050" y="1886752"/>
                  <a:pt x="3001654" y="2171893"/>
                </a:cubicBezTo>
                <a:cubicBezTo>
                  <a:pt x="3011160" y="2240803"/>
                  <a:pt x="3011160" y="2171893"/>
                  <a:pt x="3006407" y="2156845"/>
                </a:cubicBezTo>
                <a:cubicBezTo>
                  <a:pt x="2977100" y="1852693"/>
                  <a:pt x="2917693" y="1611908"/>
                  <a:pt x="2878881" y="1341815"/>
                </a:cubicBezTo>
                <a:cubicBezTo>
                  <a:pt x="2868584" y="1303003"/>
                  <a:pt x="2868584" y="1249143"/>
                  <a:pt x="2883634" y="1303003"/>
                </a:cubicBezTo>
                <a:cubicBezTo>
                  <a:pt x="2903436" y="1390922"/>
                  <a:pt x="2912941" y="1533493"/>
                  <a:pt x="2932743" y="1592106"/>
                </a:cubicBezTo>
                <a:cubicBezTo>
                  <a:pt x="2932743" y="1597650"/>
                  <a:pt x="2947000" y="1607155"/>
                  <a:pt x="2952546" y="1617452"/>
                </a:cubicBezTo>
                <a:cubicBezTo>
                  <a:pt x="2957297" y="1631709"/>
                  <a:pt x="2952546" y="1665768"/>
                  <a:pt x="2962050" y="1695865"/>
                </a:cubicBezTo>
                <a:cubicBezTo>
                  <a:pt x="2986604" y="1843189"/>
                  <a:pt x="3011160" y="2004770"/>
                  <a:pt x="3030961" y="2147341"/>
                </a:cubicBezTo>
                <a:cubicBezTo>
                  <a:pt x="3035714" y="2167142"/>
                  <a:pt x="3050764" y="2230507"/>
                  <a:pt x="3045219" y="2171893"/>
                </a:cubicBezTo>
                <a:cubicBezTo>
                  <a:pt x="3030961" y="1965958"/>
                  <a:pt x="2991357" y="1759230"/>
                  <a:pt x="2962050" y="1577849"/>
                </a:cubicBezTo>
                <a:cubicBezTo>
                  <a:pt x="2947000" y="1508940"/>
                  <a:pt x="2927990" y="1440030"/>
                  <a:pt x="2923238" y="1381418"/>
                </a:cubicBezTo>
                <a:cubicBezTo>
                  <a:pt x="2917693" y="1341815"/>
                  <a:pt x="2923238" y="1307756"/>
                  <a:pt x="2932743" y="1356864"/>
                </a:cubicBezTo>
                <a:cubicBezTo>
                  <a:pt x="3001654" y="1695865"/>
                  <a:pt x="3035714" y="2004770"/>
                  <a:pt x="3084823" y="2358820"/>
                </a:cubicBezTo>
                <a:cubicBezTo>
                  <a:pt x="3089576" y="2373077"/>
                  <a:pt x="3109378" y="2506144"/>
                  <a:pt x="3114130" y="2506144"/>
                </a:cubicBezTo>
                <a:cubicBezTo>
                  <a:pt x="3129180" y="2506144"/>
                  <a:pt x="3114130" y="2486342"/>
                  <a:pt x="3114130" y="2486342"/>
                </a:cubicBezTo>
                <a:cubicBezTo>
                  <a:pt x="3104626" y="2358820"/>
                  <a:pt x="3089576" y="2274861"/>
                  <a:pt x="3075318" y="2171893"/>
                </a:cubicBezTo>
                <a:cubicBezTo>
                  <a:pt x="3075318" y="2162389"/>
                  <a:pt x="3055516" y="2010314"/>
                  <a:pt x="3065021" y="2073679"/>
                </a:cubicBezTo>
                <a:cubicBezTo>
                  <a:pt x="3084823" y="2181399"/>
                  <a:pt x="3094328" y="2270110"/>
                  <a:pt x="3109378" y="2377829"/>
                </a:cubicBezTo>
                <a:cubicBezTo>
                  <a:pt x="3114130" y="2388126"/>
                  <a:pt x="3129180" y="2451491"/>
                  <a:pt x="3124427" y="2407928"/>
                </a:cubicBezTo>
                <a:cubicBezTo>
                  <a:pt x="3114130" y="2255060"/>
                  <a:pt x="3094328" y="2107737"/>
                  <a:pt x="3075318" y="1950909"/>
                </a:cubicBezTo>
                <a:cubicBezTo>
                  <a:pt x="3065021" y="1843189"/>
                  <a:pt x="3035714" y="1734677"/>
                  <a:pt x="3020664" y="1642005"/>
                </a:cubicBezTo>
                <a:cubicBezTo>
                  <a:pt x="3020664" y="1622204"/>
                  <a:pt x="3020664" y="1548543"/>
                  <a:pt x="3011160" y="1548543"/>
                </a:cubicBezTo>
                <a:cubicBezTo>
                  <a:pt x="3030961" y="1543790"/>
                  <a:pt x="3050764" y="1671312"/>
                  <a:pt x="3045219" y="1656262"/>
                </a:cubicBezTo>
                <a:cubicBezTo>
                  <a:pt x="3069774" y="1774280"/>
                  <a:pt x="3069774" y="1862199"/>
                  <a:pt x="3094328" y="1990513"/>
                </a:cubicBezTo>
                <a:cubicBezTo>
                  <a:pt x="3099873" y="2010314"/>
                  <a:pt x="3114130" y="2034076"/>
                  <a:pt x="3114130" y="2053877"/>
                </a:cubicBezTo>
                <a:cubicBezTo>
                  <a:pt x="3129180" y="2113282"/>
                  <a:pt x="3138686" y="2221001"/>
                  <a:pt x="3143437" y="2270110"/>
                </a:cubicBezTo>
                <a:cubicBezTo>
                  <a:pt x="3148983" y="2314464"/>
                  <a:pt x="3148983" y="2348523"/>
                  <a:pt x="3148983" y="2368325"/>
                </a:cubicBezTo>
                <a:cubicBezTo>
                  <a:pt x="3148983" y="2377829"/>
                  <a:pt x="3158487" y="2392879"/>
                  <a:pt x="3163240" y="2412680"/>
                </a:cubicBezTo>
                <a:cubicBezTo>
                  <a:pt x="3178290" y="2476045"/>
                  <a:pt x="3178290" y="2544954"/>
                  <a:pt x="3178290" y="2466541"/>
                </a:cubicBezTo>
                <a:cubicBezTo>
                  <a:pt x="3178290" y="2304168"/>
                  <a:pt x="3133933" y="2162389"/>
                  <a:pt x="3118883" y="1990513"/>
                </a:cubicBezTo>
                <a:cubicBezTo>
                  <a:pt x="3109378" y="1832892"/>
                  <a:pt x="3080071" y="1710122"/>
                  <a:pt x="3060269" y="1597650"/>
                </a:cubicBezTo>
                <a:cubicBezTo>
                  <a:pt x="3050764" y="1528742"/>
                  <a:pt x="3030961" y="1415477"/>
                  <a:pt x="3015911" y="1337062"/>
                </a:cubicBezTo>
                <a:cubicBezTo>
                  <a:pt x="3011160" y="1292706"/>
                  <a:pt x="3001654" y="1204788"/>
                  <a:pt x="3015911" y="1273697"/>
                </a:cubicBezTo>
                <a:cubicBezTo>
                  <a:pt x="3045219" y="1386170"/>
                  <a:pt x="3045219" y="1455080"/>
                  <a:pt x="3065021" y="1567552"/>
                </a:cubicBezTo>
                <a:cubicBezTo>
                  <a:pt x="3084823" y="1656262"/>
                  <a:pt x="3099873" y="1783784"/>
                  <a:pt x="3118883" y="1881999"/>
                </a:cubicBezTo>
                <a:cubicBezTo>
                  <a:pt x="3133933" y="1946157"/>
                  <a:pt x="3129180" y="1847942"/>
                  <a:pt x="3124427" y="1828140"/>
                </a:cubicBezTo>
                <a:cubicBezTo>
                  <a:pt x="3099873" y="1646758"/>
                  <a:pt x="3065021" y="1489138"/>
                  <a:pt x="3035714" y="1322805"/>
                </a:cubicBezTo>
                <a:cubicBezTo>
                  <a:pt x="3026209" y="1249143"/>
                  <a:pt x="3040467" y="1292706"/>
                  <a:pt x="3045219" y="1327558"/>
                </a:cubicBezTo>
                <a:cubicBezTo>
                  <a:pt x="3060269" y="1381418"/>
                  <a:pt x="3050764" y="1352111"/>
                  <a:pt x="3055516" y="1381418"/>
                </a:cubicBezTo>
                <a:cubicBezTo>
                  <a:pt x="3153734" y="1965958"/>
                  <a:pt x="3247200" y="2647922"/>
                  <a:pt x="3315320" y="3222958"/>
                </a:cubicBezTo>
                <a:cubicBezTo>
                  <a:pt x="3325617" y="3301372"/>
                  <a:pt x="3325617" y="3389291"/>
                  <a:pt x="3330370" y="3453447"/>
                </a:cubicBezTo>
                <a:cubicBezTo>
                  <a:pt x="3330370" y="3462952"/>
                  <a:pt x="3330370" y="3605522"/>
                  <a:pt x="3335121" y="3610275"/>
                </a:cubicBezTo>
                <a:cubicBezTo>
                  <a:pt x="3339874" y="3620572"/>
                  <a:pt x="3345419" y="3585721"/>
                  <a:pt x="3345419" y="3561168"/>
                </a:cubicBezTo>
                <a:cubicBezTo>
                  <a:pt x="3339874" y="3536613"/>
                  <a:pt x="3339874" y="3561168"/>
                  <a:pt x="3339874" y="3536613"/>
                </a:cubicBezTo>
                <a:cubicBezTo>
                  <a:pt x="3335121" y="3409091"/>
                  <a:pt x="3320864" y="3272065"/>
                  <a:pt x="3320864" y="3154049"/>
                </a:cubicBezTo>
                <a:cubicBezTo>
                  <a:pt x="3320864" y="3094644"/>
                  <a:pt x="3330370" y="3188107"/>
                  <a:pt x="3335121" y="3222958"/>
                </a:cubicBezTo>
                <a:cubicBezTo>
                  <a:pt x="3345419" y="3330678"/>
                  <a:pt x="3345419" y="3433646"/>
                  <a:pt x="3350171" y="3531862"/>
                </a:cubicBezTo>
                <a:cubicBezTo>
                  <a:pt x="3350171" y="3580969"/>
                  <a:pt x="3369181" y="3694234"/>
                  <a:pt x="3359677" y="3743342"/>
                </a:cubicBezTo>
                <a:cubicBezTo>
                  <a:pt x="3350171" y="3792449"/>
                  <a:pt x="3379479" y="3718787"/>
                  <a:pt x="3374726" y="3713243"/>
                </a:cubicBezTo>
                <a:cubicBezTo>
                  <a:pt x="3399281" y="3723540"/>
                  <a:pt x="3379479" y="3821755"/>
                  <a:pt x="3379479" y="3831261"/>
                </a:cubicBezTo>
                <a:cubicBezTo>
                  <a:pt x="3369181" y="3895417"/>
                  <a:pt x="3379479" y="3978583"/>
                  <a:pt x="3339874" y="3993633"/>
                </a:cubicBezTo>
                <a:cubicBezTo>
                  <a:pt x="3335121" y="3993633"/>
                  <a:pt x="3296310" y="3988880"/>
                  <a:pt x="3290766" y="3983336"/>
                </a:cubicBezTo>
                <a:cubicBezTo>
                  <a:pt x="3290766" y="3983336"/>
                  <a:pt x="3305814" y="3969078"/>
                  <a:pt x="3301063" y="3969078"/>
                </a:cubicBezTo>
                <a:cubicBezTo>
                  <a:pt x="3286013" y="3969078"/>
                  <a:pt x="3301063" y="3969078"/>
                  <a:pt x="3281260" y="3983336"/>
                </a:cubicBezTo>
                <a:cubicBezTo>
                  <a:pt x="3256706" y="3998385"/>
                  <a:pt x="3236904" y="3983336"/>
                  <a:pt x="3251953" y="4003137"/>
                </a:cubicBezTo>
                <a:cubicBezTo>
                  <a:pt x="3271756" y="4027691"/>
                  <a:pt x="3222646" y="3993633"/>
                  <a:pt x="3217101" y="3993633"/>
                </a:cubicBezTo>
                <a:cubicBezTo>
                  <a:pt x="3202844" y="3988880"/>
                  <a:pt x="3217101" y="4003137"/>
                  <a:pt x="3198091" y="4007890"/>
                </a:cubicBezTo>
                <a:cubicBezTo>
                  <a:pt x="3192547" y="4007890"/>
                  <a:pt x="3178290" y="3998385"/>
                  <a:pt x="3173537" y="4003137"/>
                </a:cubicBezTo>
                <a:cubicBezTo>
                  <a:pt x="3158487" y="4007890"/>
                  <a:pt x="3153734" y="4027691"/>
                  <a:pt x="3138686" y="4033236"/>
                </a:cubicBezTo>
                <a:cubicBezTo>
                  <a:pt x="3118883" y="4037987"/>
                  <a:pt x="3104626" y="4013434"/>
                  <a:pt x="3094328" y="4033236"/>
                </a:cubicBezTo>
                <a:cubicBezTo>
                  <a:pt x="3089576" y="4042740"/>
                  <a:pt x="3138686" y="4033236"/>
                  <a:pt x="3124427" y="4047493"/>
                </a:cubicBezTo>
                <a:cubicBezTo>
                  <a:pt x="3114130" y="4056997"/>
                  <a:pt x="3065021" y="4052244"/>
                  <a:pt x="3026209" y="4056997"/>
                </a:cubicBezTo>
                <a:cubicBezTo>
                  <a:pt x="3020664" y="4056997"/>
                  <a:pt x="2966803" y="4062542"/>
                  <a:pt x="2966803" y="4067295"/>
                </a:cubicBezTo>
                <a:cubicBezTo>
                  <a:pt x="2957297" y="4067295"/>
                  <a:pt x="2962050" y="4091848"/>
                  <a:pt x="2957297" y="4096600"/>
                </a:cubicBezTo>
                <a:cubicBezTo>
                  <a:pt x="2932743" y="4111649"/>
                  <a:pt x="2825020" y="4101352"/>
                  <a:pt x="2809970" y="4106105"/>
                </a:cubicBezTo>
                <a:cubicBezTo>
                  <a:pt x="2799673" y="4106105"/>
                  <a:pt x="2780663" y="4125906"/>
                  <a:pt x="2780663" y="4130659"/>
                </a:cubicBezTo>
                <a:cubicBezTo>
                  <a:pt x="2770366" y="4130659"/>
                  <a:pt x="2760861" y="4130659"/>
                  <a:pt x="2750564" y="4136203"/>
                </a:cubicBezTo>
                <a:cubicBezTo>
                  <a:pt x="2741058" y="4136203"/>
                  <a:pt x="2691950" y="4145708"/>
                  <a:pt x="2687197" y="4145708"/>
                </a:cubicBezTo>
                <a:cubicBezTo>
                  <a:pt x="2672147" y="4155212"/>
                  <a:pt x="2667394" y="4175014"/>
                  <a:pt x="2657890" y="4175014"/>
                </a:cubicBezTo>
                <a:cubicBezTo>
                  <a:pt x="2653137" y="4179767"/>
                  <a:pt x="2633336" y="4175014"/>
                  <a:pt x="2618286" y="4175014"/>
                </a:cubicBezTo>
                <a:cubicBezTo>
                  <a:pt x="2603236" y="4179767"/>
                  <a:pt x="2584226" y="4194816"/>
                  <a:pt x="2573929" y="4194816"/>
                </a:cubicBezTo>
                <a:cubicBezTo>
                  <a:pt x="2544621" y="4204321"/>
                  <a:pt x="2515314" y="4190064"/>
                  <a:pt x="2505017" y="4204321"/>
                </a:cubicBezTo>
                <a:cubicBezTo>
                  <a:pt x="2500265" y="4214617"/>
                  <a:pt x="2530364" y="4283528"/>
                  <a:pt x="2544621" y="4312833"/>
                </a:cubicBezTo>
                <a:cubicBezTo>
                  <a:pt x="2559671" y="4346892"/>
                  <a:pt x="2569176" y="4366693"/>
                  <a:pt x="2578681" y="4405504"/>
                </a:cubicBezTo>
                <a:cubicBezTo>
                  <a:pt x="2559671" y="4381742"/>
                  <a:pt x="2530364" y="4312833"/>
                  <a:pt x="2505017" y="4277982"/>
                </a:cubicBezTo>
                <a:cubicBezTo>
                  <a:pt x="2480463" y="4243924"/>
                  <a:pt x="2505017" y="4293031"/>
                  <a:pt x="2510561" y="4302536"/>
                </a:cubicBezTo>
                <a:cubicBezTo>
                  <a:pt x="2564424" y="4396000"/>
                  <a:pt x="2603236" y="4498967"/>
                  <a:pt x="2638087" y="4597182"/>
                </a:cubicBezTo>
                <a:cubicBezTo>
                  <a:pt x="2672147" y="4695398"/>
                  <a:pt x="2721257" y="4798366"/>
                  <a:pt x="2760861" y="4902126"/>
                </a:cubicBezTo>
                <a:cubicBezTo>
                  <a:pt x="2799673" y="5014598"/>
                  <a:pt x="2844030" y="5123110"/>
                  <a:pt x="2873337" y="5221327"/>
                </a:cubicBezTo>
                <a:cubicBezTo>
                  <a:pt x="2848783" y="5166674"/>
                  <a:pt x="2825020" y="5103309"/>
                  <a:pt x="2805217" y="5043904"/>
                </a:cubicBezTo>
                <a:lnTo>
                  <a:pt x="2780663" y="4985292"/>
                </a:lnTo>
                <a:cubicBezTo>
                  <a:pt x="2770366" y="4985292"/>
                  <a:pt x="2785416" y="5034400"/>
                  <a:pt x="2790168" y="5043904"/>
                </a:cubicBezTo>
                <a:cubicBezTo>
                  <a:pt x="2834524" y="5176970"/>
                  <a:pt x="2903436" y="5324294"/>
                  <a:pt x="2932743" y="5446272"/>
                </a:cubicBezTo>
                <a:cubicBezTo>
                  <a:pt x="2878881" y="5338551"/>
                  <a:pt x="2839277" y="5192020"/>
                  <a:pt x="2790168" y="5078755"/>
                </a:cubicBezTo>
                <a:cubicBezTo>
                  <a:pt x="2805217" y="5112814"/>
                  <a:pt x="2780663" y="5049448"/>
                  <a:pt x="2775118" y="5054201"/>
                </a:cubicBezTo>
                <a:cubicBezTo>
                  <a:pt x="2765613" y="5063705"/>
                  <a:pt x="2785416" y="5078755"/>
                  <a:pt x="2785416" y="5078755"/>
                </a:cubicBezTo>
                <a:cubicBezTo>
                  <a:pt x="2809970" y="5150041"/>
                  <a:pt x="2834525" y="5218554"/>
                  <a:pt x="2857891" y="5285780"/>
                </a:cubicBezTo>
                <a:lnTo>
                  <a:pt x="2901828" y="5419782"/>
                </a:lnTo>
                <a:lnTo>
                  <a:pt x="2891186" y="5403553"/>
                </a:lnTo>
                <a:lnTo>
                  <a:pt x="2890659" y="5402898"/>
                </a:lnTo>
                <a:lnTo>
                  <a:pt x="2888386" y="5397163"/>
                </a:lnTo>
                <a:cubicBezTo>
                  <a:pt x="2883634" y="5382114"/>
                  <a:pt x="2859079" y="5304493"/>
                  <a:pt x="2854327" y="5304493"/>
                </a:cubicBezTo>
                <a:cubicBezTo>
                  <a:pt x="2839277" y="5304493"/>
                  <a:pt x="2868584" y="5382114"/>
                  <a:pt x="2868584" y="5372610"/>
                </a:cubicBezTo>
                <a:lnTo>
                  <a:pt x="2871132" y="5379176"/>
                </a:lnTo>
                <a:lnTo>
                  <a:pt x="2862266" y="5378160"/>
                </a:lnTo>
                <a:cubicBezTo>
                  <a:pt x="2862951" y="5382186"/>
                  <a:pt x="2866879" y="5389907"/>
                  <a:pt x="2872360" y="5399252"/>
                </a:cubicBezTo>
                <a:lnTo>
                  <a:pt x="2887067" y="5422616"/>
                </a:lnTo>
                <a:lnTo>
                  <a:pt x="2893139" y="5441519"/>
                </a:lnTo>
                <a:cubicBezTo>
                  <a:pt x="2888386" y="5455776"/>
                  <a:pt x="2863831" y="5386867"/>
                  <a:pt x="2863831" y="5386867"/>
                </a:cubicBezTo>
                <a:cubicBezTo>
                  <a:pt x="2819476" y="5255385"/>
                  <a:pt x="2775118" y="5142121"/>
                  <a:pt x="2736306" y="5034400"/>
                </a:cubicBezTo>
                <a:cubicBezTo>
                  <a:pt x="2731554" y="5024896"/>
                  <a:pt x="2691950" y="4897373"/>
                  <a:pt x="2676900" y="4902126"/>
                </a:cubicBezTo>
                <a:cubicBezTo>
                  <a:pt x="2667394" y="4906878"/>
                  <a:pt x="2701454" y="4990045"/>
                  <a:pt x="2682444" y="4921927"/>
                </a:cubicBezTo>
                <a:cubicBezTo>
                  <a:pt x="2716504" y="5024896"/>
                  <a:pt x="2750564" y="5112814"/>
                  <a:pt x="2785416" y="5211029"/>
                </a:cubicBezTo>
                <a:cubicBezTo>
                  <a:pt x="2785416" y="5215782"/>
                  <a:pt x="2829771" y="5309246"/>
                  <a:pt x="2825020" y="5319542"/>
                </a:cubicBezTo>
                <a:cubicBezTo>
                  <a:pt x="2809970" y="5329047"/>
                  <a:pt x="2794920" y="5260136"/>
                  <a:pt x="2794920" y="5260136"/>
                </a:cubicBezTo>
                <a:cubicBezTo>
                  <a:pt x="2745811" y="5132616"/>
                  <a:pt x="2716504" y="5063705"/>
                  <a:pt x="2672147" y="4940937"/>
                </a:cubicBezTo>
                <a:cubicBezTo>
                  <a:pt x="2667394" y="4931432"/>
                  <a:pt x="2628583" y="4813415"/>
                  <a:pt x="2618286" y="4818167"/>
                </a:cubicBezTo>
                <a:cubicBezTo>
                  <a:pt x="2613533" y="4828464"/>
                  <a:pt x="2657890" y="4916383"/>
                  <a:pt x="2653137" y="4906878"/>
                </a:cubicBezTo>
                <a:cubicBezTo>
                  <a:pt x="2662643" y="4940937"/>
                  <a:pt x="2672147" y="4960738"/>
                  <a:pt x="2682444" y="5000341"/>
                </a:cubicBezTo>
                <a:cubicBezTo>
                  <a:pt x="2653137" y="4951233"/>
                  <a:pt x="2642840" y="4891829"/>
                  <a:pt x="2618286" y="4842722"/>
                </a:cubicBezTo>
                <a:cubicBezTo>
                  <a:pt x="2613533" y="4828464"/>
                  <a:pt x="2598483" y="4818167"/>
                  <a:pt x="2588978" y="4798366"/>
                </a:cubicBezTo>
                <a:cubicBezTo>
                  <a:pt x="2559671" y="4750050"/>
                  <a:pt x="2535117" y="4670843"/>
                  <a:pt x="2510561" y="4621736"/>
                </a:cubicBezTo>
                <a:cubicBezTo>
                  <a:pt x="2520067" y="4636786"/>
                  <a:pt x="2500265" y="4597182"/>
                  <a:pt x="2495513" y="4597182"/>
                </a:cubicBezTo>
                <a:cubicBezTo>
                  <a:pt x="2480463" y="4597182"/>
                  <a:pt x="2510561" y="4641538"/>
                  <a:pt x="2510561" y="4646291"/>
                </a:cubicBezTo>
                <a:cubicBezTo>
                  <a:pt x="2564424" y="4779357"/>
                  <a:pt x="2618286" y="4906878"/>
                  <a:pt x="2657890" y="5034400"/>
                </a:cubicBezTo>
                <a:cubicBezTo>
                  <a:pt x="2598483" y="4921927"/>
                  <a:pt x="2584226" y="4823712"/>
                  <a:pt x="2524820" y="4715199"/>
                </a:cubicBezTo>
                <a:cubicBezTo>
                  <a:pt x="2530364" y="4715199"/>
                  <a:pt x="2480463" y="4646291"/>
                  <a:pt x="2495513" y="4685893"/>
                </a:cubicBezTo>
                <a:cubicBezTo>
                  <a:pt x="2549374" y="4823712"/>
                  <a:pt x="2598483" y="4940937"/>
                  <a:pt x="2642840" y="5068458"/>
                </a:cubicBezTo>
                <a:cubicBezTo>
                  <a:pt x="2653137" y="5098557"/>
                  <a:pt x="2672147" y="5172219"/>
                  <a:pt x="2642840" y="5108061"/>
                </a:cubicBezTo>
                <a:cubicBezTo>
                  <a:pt x="2608780" y="5029648"/>
                  <a:pt x="2569176" y="4945689"/>
                  <a:pt x="2535117" y="4857771"/>
                </a:cubicBezTo>
                <a:cubicBezTo>
                  <a:pt x="2524820" y="4833217"/>
                  <a:pt x="2486007" y="4744505"/>
                  <a:pt x="2510561" y="4818167"/>
                </a:cubicBezTo>
                <a:cubicBezTo>
                  <a:pt x="2535116" y="4887077"/>
                  <a:pt x="2564622" y="4960739"/>
                  <a:pt x="2593434" y="5032519"/>
                </a:cubicBezTo>
                <a:lnTo>
                  <a:pt x="2627663" y="5118459"/>
                </a:lnTo>
                <a:lnTo>
                  <a:pt x="2601273" y="5088578"/>
                </a:lnTo>
                <a:cubicBezTo>
                  <a:pt x="2557394" y="5058107"/>
                  <a:pt x="2596586" y="5113916"/>
                  <a:pt x="2624079" y="5147864"/>
                </a:cubicBezTo>
                <a:lnTo>
                  <a:pt x="2657309" y="5196132"/>
                </a:lnTo>
                <a:lnTo>
                  <a:pt x="2672147" y="5235583"/>
                </a:lnTo>
                <a:lnTo>
                  <a:pt x="2673951" y="5240333"/>
                </a:lnTo>
                <a:lnTo>
                  <a:pt x="2659686" y="5221974"/>
                </a:lnTo>
                <a:cubicBezTo>
                  <a:pt x="2640380" y="5197360"/>
                  <a:pt x="2621634" y="5172595"/>
                  <a:pt x="2605579" y="5147101"/>
                </a:cubicBezTo>
                <a:cubicBezTo>
                  <a:pt x="2566629" y="5092189"/>
                  <a:pt x="2529341" y="5018535"/>
                  <a:pt x="2485010" y="4965082"/>
                </a:cubicBezTo>
                <a:cubicBezTo>
                  <a:pt x="2438977" y="4905350"/>
                  <a:pt x="2492544" y="4992884"/>
                  <a:pt x="2513757" y="5028534"/>
                </a:cubicBezTo>
                <a:cubicBezTo>
                  <a:pt x="2534971" y="5064183"/>
                  <a:pt x="2558783" y="5105868"/>
                  <a:pt x="2567324" y="5116069"/>
                </a:cubicBezTo>
                <a:cubicBezTo>
                  <a:pt x="2570240" y="5126832"/>
                  <a:pt x="2576316" y="5149254"/>
                  <a:pt x="2577775" y="5154635"/>
                </a:cubicBezTo>
                <a:cubicBezTo>
                  <a:pt x="2587531" y="5169321"/>
                  <a:pt x="2594614" y="5174140"/>
                  <a:pt x="2603809" y="5183202"/>
                </a:cubicBezTo>
                <a:cubicBezTo>
                  <a:pt x="2605267" y="5188583"/>
                  <a:pt x="2603606" y="5207325"/>
                  <a:pt x="2614502" y="5222665"/>
                </a:cubicBezTo>
                <a:cubicBezTo>
                  <a:pt x="2624258" y="5237351"/>
                  <a:pt x="2657132" y="5269840"/>
                  <a:pt x="2671749" y="5302464"/>
                </a:cubicBezTo>
                <a:cubicBezTo>
                  <a:pt x="2697581" y="5355154"/>
                  <a:pt x="2643250" y="5286118"/>
                  <a:pt x="2633251" y="5270535"/>
                </a:cubicBezTo>
                <a:cubicBezTo>
                  <a:pt x="2615515" y="5251273"/>
                  <a:pt x="2602842" y="5225824"/>
                  <a:pt x="2594301" y="5215623"/>
                </a:cubicBezTo>
                <a:cubicBezTo>
                  <a:pt x="2587462" y="5211700"/>
                  <a:pt x="2575802" y="5214860"/>
                  <a:pt x="2567504" y="5205556"/>
                </a:cubicBezTo>
                <a:cubicBezTo>
                  <a:pt x="2552404" y="5194244"/>
                  <a:pt x="2534438" y="5166138"/>
                  <a:pt x="2516233" y="5134487"/>
                </a:cubicBezTo>
                <a:lnTo>
                  <a:pt x="2463714" y="5042466"/>
                </a:lnTo>
                <a:lnTo>
                  <a:pt x="2465047" y="5044323"/>
                </a:lnTo>
                <a:lnTo>
                  <a:pt x="2468172" y="5048811"/>
                </a:lnTo>
                <a:cubicBezTo>
                  <a:pt x="2468761" y="5049625"/>
                  <a:pt x="2468469" y="5049156"/>
                  <a:pt x="2467522" y="5047772"/>
                </a:cubicBezTo>
                <a:lnTo>
                  <a:pt x="2465047" y="5044323"/>
                </a:lnTo>
                <a:lnTo>
                  <a:pt x="2463530" y="5042145"/>
                </a:lnTo>
                <a:lnTo>
                  <a:pt x="2463714" y="5042466"/>
                </a:lnTo>
                <a:lnTo>
                  <a:pt x="2455826" y="5031476"/>
                </a:lnTo>
                <a:cubicBezTo>
                  <a:pt x="2445233" y="5017258"/>
                  <a:pt x="2431487" y="5000284"/>
                  <a:pt x="2429199" y="5004274"/>
                </a:cubicBezTo>
                <a:cubicBezTo>
                  <a:pt x="2419894" y="5012572"/>
                  <a:pt x="2469606" y="5064567"/>
                  <a:pt x="2469606" y="5064567"/>
                </a:cubicBezTo>
                <a:cubicBezTo>
                  <a:pt x="2513174" y="5136520"/>
                  <a:pt x="2552123" y="5191432"/>
                  <a:pt x="2593989" y="5257106"/>
                </a:cubicBezTo>
                <a:cubicBezTo>
                  <a:pt x="2603989" y="5272688"/>
                  <a:pt x="2610065" y="5295110"/>
                  <a:pt x="2622980" y="5321456"/>
                </a:cubicBezTo>
                <a:cubicBezTo>
                  <a:pt x="2642736" y="5351724"/>
                  <a:pt x="2657312" y="5359327"/>
                  <a:pt x="2658007" y="5383207"/>
                </a:cubicBezTo>
                <a:cubicBezTo>
                  <a:pt x="2656346" y="5401949"/>
                  <a:pt x="2640201" y="5406324"/>
                  <a:pt x="2643118" y="5417087"/>
                </a:cubicBezTo>
                <a:cubicBezTo>
                  <a:pt x="2650652" y="5444890"/>
                  <a:pt x="2710364" y="5512468"/>
                  <a:pt x="2731016" y="5542493"/>
                </a:cubicBezTo>
                <a:lnTo>
                  <a:pt x="2764736" y="5590842"/>
                </a:lnTo>
                <a:lnTo>
                  <a:pt x="2765613" y="5598347"/>
                </a:lnTo>
                <a:lnTo>
                  <a:pt x="2769765" y="5619583"/>
                </a:lnTo>
                <a:lnTo>
                  <a:pt x="2758524" y="5604477"/>
                </a:lnTo>
                <a:cubicBezTo>
                  <a:pt x="2705218" y="5531673"/>
                  <a:pt x="2650551" y="5456952"/>
                  <a:pt x="2590044" y="5377556"/>
                </a:cubicBezTo>
                <a:cubicBezTo>
                  <a:pt x="2580287" y="5362870"/>
                  <a:pt x="2553692" y="5328679"/>
                  <a:pt x="2524499" y="5288452"/>
                </a:cubicBezTo>
                <a:cubicBezTo>
                  <a:pt x="2514500" y="5272870"/>
                  <a:pt x="2435142" y="5157665"/>
                  <a:pt x="2471627" y="5224798"/>
                </a:cubicBezTo>
                <a:cubicBezTo>
                  <a:pt x="2505999" y="5287689"/>
                  <a:pt x="2445593" y="5196231"/>
                  <a:pt x="2437295" y="5186926"/>
                </a:cubicBezTo>
                <a:cubicBezTo>
                  <a:pt x="2430212" y="5182106"/>
                  <a:pt x="2403415" y="5172039"/>
                  <a:pt x="2399492" y="5178878"/>
                </a:cubicBezTo>
                <a:cubicBezTo>
                  <a:pt x="2400950" y="5184260"/>
                  <a:pt x="2488848" y="5309666"/>
                  <a:pt x="2498847" y="5325249"/>
                </a:cubicBezTo>
                <a:cubicBezTo>
                  <a:pt x="2521519" y="5366279"/>
                  <a:pt x="2543873" y="5402582"/>
                  <a:pt x="2558247" y="5434309"/>
                </a:cubicBezTo>
                <a:cubicBezTo>
                  <a:pt x="2559705" y="5439690"/>
                  <a:pt x="2558941" y="5458189"/>
                  <a:pt x="2560400" y="5463570"/>
                </a:cubicBezTo>
                <a:cubicBezTo>
                  <a:pt x="2579391" y="5512338"/>
                  <a:pt x="2652985" y="5563638"/>
                  <a:pt x="2637402" y="5573637"/>
                </a:cubicBezTo>
                <a:cubicBezTo>
                  <a:pt x="2637402" y="5573637"/>
                  <a:pt x="2622264" y="5560410"/>
                  <a:pt x="2608585" y="5552564"/>
                </a:cubicBezTo>
                <a:lnTo>
                  <a:pt x="2611562" y="5552197"/>
                </a:lnTo>
                <a:lnTo>
                  <a:pt x="2615424" y="5556487"/>
                </a:lnTo>
                <a:cubicBezTo>
                  <a:pt x="2614695" y="5553796"/>
                  <a:pt x="2614331" y="5552451"/>
                  <a:pt x="2613476" y="5551961"/>
                </a:cubicBezTo>
                <a:lnTo>
                  <a:pt x="2611562" y="5552197"/>
                </a:lnTo>
                <a:lnTo>
                  <a:pt x="2604460" y="5544310"/>
                </a:lnTo>
                <a:lnTo>
                  <a:pt x="2601223" y="5537831"/>
                </a:lnTo>
                <a:cubicBezTo>
                  <a:pt x="2598529" y="5534109"/>
                  <a:pt x="2596230" y="5531843"/>
                  <a:pt x="2596230" y="5531843"/>
                </a:cubicBezTo>
                <a:cubicBezTo>
                  <a:pt x="2596230" y="5531843"/>
                  <a:pt x="2580086" y="5536218"/>
                  <a:pt x="2570648" y="5526260"/>
                </a:cubicBezTo>
                <a:cubicBezTo>
                  <a:pt x="2548428" y="5508213"/>
                  <a:pt x="2511943" y="5441080"/>
                  <a:pt x="2495104" y="5421575"/>
                </a:cubicBezTo>
                <a:cubicBezTo>
                  <a:pt x="2493646" y="5416193"/>
                  <a:pt x="2481986" y="5419353"/>
                  <a:pt x="2475146" y="5415430"/>
                </a:cubicBezTo>
                <a:cubicBezTo>
                  <a:pt x="2446086" y="5393459"/>
                  <a:pt x="2414740" y="5323972"/>
                  <a:pt x="2387248" y="5290023"/>
                </a:cubicBezTo>
                <a:cubicBezTo>
                  <a:pt x="2365791" y="5253477"/>
                  <a:pt x="2341418" y="5206168"/>
                  <a:pt x="2304170" y="5157535"/>
                </a:cubicBezTo>
                <a:cubicBezTo>
                  <a:pt x="2304170" y="5157535"/>
                  <a:pt x="2295629" y="5147333"/>
                  <a:pt x="2289351" y="5149035"/>
                </a:cubicBezTo>
                <a:cubicBezTo>
                  <a:pt x="2283205" y="5168992"/>
                  <a:pt x="2355028" y="5256394"/>
                  <a:pt x="2366486" y="5277357"/>
                </a:cubicBezTo>
                <a:cubicBezTo>
                  <a:pt x="2432117" y="5388099"/>
                  <a:pt x="2502425" y="5493000"/>
                  <a:pt x="2575292" y="5596245"/>
                </a:cubicBezTo>
                <a:lnTo>
                  <a:pt x="2688664" y="5752498"/>
                </a:lnTo>
                <a:lnTo>
                  <a:pt x="2691949" y="5766561"/>
                </a:lnTo>
                <a:lnTo>
                  <a:pt x="2701275" y="5798911"/>
                </a:lnTo>
                <a:lnTo>
                  <a:pt x="2662783" y="5752569"/>
                </a:lnTo>
                <a:cubicBezTo>
                  <a:pt x="2656707" y="5730147"/>
                  <a:pt x="2645811" y="5714808"/>
                  <a:pt x="2633589" y="5712343"/>
                </a:cubicBezTo>
                <a:cubicBezTo>
                  <a:pt x="2615090" y="5711579"/>
                  <a:pt x="2633589" y="5712343"/>
                  <a:pt x="2633589" y="5712343"/>
                </a:cubicBezTo>
                <a:cubicBezTo>
                  <a:pt x="2638207" y="5729384"/>
                  <a:pt x="2647964" y="5744069"/>
                  <a:pt x="2662783" y="5752569"/>
                </a:cubicBezTo>
                <a:lnTo>
                  <a:pt x="2694031" y="5803420"/>
                </a:lnTo>
                <a:lnTo>
                  <a:pt x="2682444" y="5809826"/>
                </a:lnTo>
                <a:cubicBezTo>
                  <a:pt x="2682444" y="5804283"/>
                  <a:pt x="2682444" y="5799531"/>
                  <a:pt x="2682444" y="5799531"/>
                </a:cubicBezTo>
                <a:cubicBezTo>
                  <a:pt x="2672147" y="5809826"/>
                  <a:pt x="2676900" y="5809826"/>
                  <a:pt x="2682444" y="5809826"/>
                </a:cubicBezTo>
                <a:lnTo>
                  <a:pt x="2689690" y="5829954"/>
                </a:lnTo>
                <a:lnTo>
                  <a:pt x="2654578" y="5785178"/>
                </a:lnTo>
                <a:lnTo>
                  <a:pt x="2645575" y="5769357"/>
                </a:lnTo>
                <a:cubicBezTo>
                  <a:pt x="2642889" y="5764085"/>
                  <a:pt x="2641652" y="5760719"/>
                  <a:pt x="2642840" y="5760719"/>
                </a:cubicBezTo>
                <a:lnTo>
                  <a:pt x="2639448" y="5765884"/>
                </a:lnTo>
                <a:lnTo>
                  <a:pt x="2592469" y="5705975"/>
                </a:lnTo>
                <a:lnTo>
                  <a:pt x="2583397" y="5683889"/>
                </a:lnTo>
                <a:cubicBezTo>
                  <a:pt x="2577840" y="5669731"/>
                  <a:pt x="2571751" y="5653395"/>
                  <a:pt x="2564424" y="5632405"/>
                </a:cubicBezTo>
                <a:cubicBezTo>
                  <a:pt x="2559671" y="5622902"/>
                  <a:pt x="2530364" y="5534189"/>
                  <a:pt x="2535117" y="5573792"/>
                </a:cubicBezTo>
                <a:cubicBezTo>
                  <a:pt x="2539869" y="5603100"/>
                  <a:pt x="2569176" y="5662504"/>
                  <a:pt x="2573929" y="5681513"/>
                </a:cubicBezTo>
                <a:lnTo>
                  <a:pt x="2574261" y="5682756"/>
                </a:lnTo>
                <a:lnTo>
                  <a:pt x="2561454" y="5666424"/>
                </a:lnTo>
                <a:cubicBezTo>
                  <a:pt x="2482548" y="5574202"/>
                  <a:pt x="2433912" y="5462225"/>
                  <a:pt x="2349625" y="5371462"/>
                </a:cubicBezTo>
                <a:cubicBezTo>
                  <a:pt x="2359984" y="5391038"/>
                  <a:pt x="2377534" y="5415165"/>
                  <a:pt x="2369522" y="5412913"/>
                </a:cubicBezTo>
                <a:lnTo>
                  <a:pt x="2353561" y="5401949"/>
                </a:lnTo>
                <a:lnTo>
                  <a:pt x="2308580" y="5294988"/>
                </a:lnTo>
                <a:lnTo>
                  <a:pt x="2335562" y="5379390"/>
                </a:lnTo>
                <a:lnTo>
                  <a:pt x="2332303" y="5375103"/>
                </a:lnTo>
                <a:cubicBezTo>
                  <a:pt x="2307263" y="5340821"/>
                  <a:pt x="2269360" y="5287551"/>
                  <a:pt x="2253116" y="5278234"/>
                </a:cubicBezTo>
                <a:cubicBezTo>
                  <a:pt x="2285023" y="5353347"/>
                  <a:pt x="2309599" y="5376531"/>
                  <a:pt x="2344625" y="5438283"/>
                </a:cubicBezTo>
                <a:cubicBezTo>
                  <a:pt x="2396491" y="5519540"/>
                  <a:pt x="2349243" y="5455324"/>
                  <a:pt x="2320744" y="5438978"/>
                </a:cubicBezTo>
                <a:cubicBezTo>
                  <a:pt x="2299085" y="5426555"/>
                  <a:pt x="2345320" y="5462163"/>
                  <a:pt x="2326820" y="5461400"/>
                </a:cubicBezTo>
                <a:cubicBezTo>
                  <a:pt x="2308321" y="5460637"/>
                  <a:pt x="2287871" y="5406488"/>
                  <a:pt x="2271032" y="5386983"/>
                </a:cubicBezTo>
                <a:cubicBezTo>
                  <a:pt x="2257219" y="5360881"/>
                  <a:pt x="2242845" y="5329154"/>
                  <a:pt x="2219167" y="5305726"/>
                </a:cubicBezTo>
                <a:cubicBezTo>
                  <a:pt x="2219167" y="5305726"/>
                  <a:pt x="2207507" y="5308885"/>
                  <a:pt x="2200667" y="5304962"/>
                </a:cubicBezTo>
                <a:cubicBezTo>
                  <a:pt x="2192126" y="5294761"/>
                  <a:pt x="2144878" y="5230545"/>
                  <a:pt x="2134879" y="5214963"/>
                </a:cubicBezTo>
                <a:cubicBezTo>
                  <a:pt x="2068889" y="5149086"/>
                  <a:pt x="2156787" y="5274492"/>
                  <a:pt x="2169703" y="5300837"/>
                </a:cubicBezTo>
                <a:cubicBezTo>
                  <a:pt x="2200355" y="5346445"/>
                  <a:pt x="2226950" y="5380636"/>
                  <a:pt x="2233026" y="5403058"/>
                </a:cubicBezTo>
                <a:cubicBezTo>
                  <a:pt x="2272670" y="5481850"/>
                  <a:pt x="2310161" y="5531381"/>
                  <a:pt x="2348908" y="5610417"/>
                </a:cubicBezTo>
                <a:cubicBezTo>
                  <a:pt x="2297738" y="5553039"/>
                  <a:pt x="2268747" y="5488690"/>
                  <a:pt x="2221499" y="5424474"/>
                </a:cubicBezTo>
                <a:cubicBezTo>
                  <a:pt x="2200604" y="5393552"/>
                  <a:pt x="2184772" y="5356444"/>
                  <a:pt x="2156273" y="5340098"/>
                </a:cubicBezTo>
                <a:cubicBezTo>
                  <a:pt x="2144052" y="5337634"/>
                  <a:pt x="2138670" y="5339092"/>
                  <a:pt x="2129475" y="5330031"/>
                </a:cubicBezTo>
                <a:cubicBezTo>
                  <a:pt x="2105797" y="5306602"/>
                  <a:pt x="2100484" y="5265681"/>
                  <a:pt x="2075347" y="5236871"/>
                </a:cubicBezTo>
                <a:cubicBezTo>
                  <a:pt x="2076806" y="5242252"/>
                  <a:pt x="2050703" y="5256065"/>
                  <a:pt x="2049001" y="5249787"/>
                </a:cubicBezTo>
                <a:cubicBezTo>
                  <a:pt x="2029043" y="5243642"/>
                  <a:pt x="2000365" y="5137810"/>
                  <a:pt x="1971102" y="5139963"/>
                </a:cubicBezTo>
                <a:cubicBezTo>
                  <a:pt x="1959443" y="5143122"/>
                  <a:pt x="1971102" y="5139963"/>
                  <a:pt x="1971102" y="5139963"/>
                </a:cubicBezTo>
                <a:cubicBezTo>
                  <a:pt x="1983011" y="5183911"/>
                  <a:pt x="2011510" y="5200256"/>
                  <a:pt x="2027585" y="5238260"/>
                </a:cubicBezTo>
                <a:cubicBezTo>
                  <a:pt x="2048036" y="5292409"/>
                  <a:pt x="2073306" y="5339475"/>
                  <a:pt x="2111358" y="5394630"/>
                </a:cubicBezTo>
                <a:cubicBezTo>
                  <a:pt x="2167598" y="5492031"/>
                  <a:pt x="2030994" y="5297027"/>
                  <a:pt x="2025613" y="5298486"/>
                </a:cubicBezTo>
                <a:lnTo>
                  <a:pt x="2038216" y="5366313"/>
                </a:lnTo>
                <a:cubicBezTo>
                  <a:pt x="2032835" y="5367771"/>
                  <a:pt x="1987809" y="5290437"/>
                  <a:pt x="1987809" y="5290437"/>
                </a:cubicBezTo>
                <a:cubicBezTo>
                  <a:pt x="1961214" y="5256246"/>
                  <a:pt x="1961978" y="5237747"/>
                  <a:pt x="1937402" y="5214561"/>
                </a:cubicBezTo>
                <a:cubicBezTo>
                  <a:pt x="1943478" y="5236984"/>
                  <a:pt x="1995343" y="5318241"/>
                  <a:pt x="1989962" y="5319699"/>
                </a:cubicBezTo>
                <a:cubicBezTo>
                  <a:pt x="1988617" y="5320064"/>
                  <a:pt x="1983637" y="5315456"/>
                  <a:pt x="1977651" y="5309632"/>
                </a:cubicBezTo>
                <a:lnTo>
                  <a:pt x="1972659" y="5304908"/>
                </a:lnTo>
                <a:lnTo>
                  <a:pt x="1934727" y="5215286"/>
                </a:lnTo>
                <a:lnTo>
                  <a:pt x="1916498" y="5172219"/>
                </a:lnTo>
                <a:cubicBezTo>
                  <a:pt x="1921251" y="5152417"/>
                  <a:pt x="1901449" y="5172219"/>
                  <a:pt x="1916498" y="5172219"/>
                </a:cubicBezTo>
                <a:cubicBezTo>
                  <a:pt x="1922637" y="5197961"/>
                  <a:pt x="1930310" y="5222416"/>
                  <a:pt x="1938739" y="5246227"/>
                </a:cubicBezTo>
                <a:lnTo>
                  <a:pt x="1955997" y="5291450"/>
                </a:lnTo>
                <a:lnTo>
                  <a:pt x="1950676" y="5290136"/>
                </a:lnTo>
                <a:cubicBezTo>
                  <a:pt x="1951173" y="5294469"/>
                  <a:pt x="1955918" y="5305097"/>
                  <a:pt x="1967539" y="5325775"/>
                </a:cubicBezTo>
                <a:lnTo>
                  <a:pt x="1972109" y="5333763"/>
                </a:lnTo>
                <a:lnTo>
                  <a:pt x="1992131" y="5386520"/>
                </a:lnTo>
                <a:cubicBezTo>
                  <a:pt x="2000460" y="5410332"/>
                  <a:pt x="2007985" y="5434787"/>
                  <a:pt x="2013926" y="5460529"/>
                </a:cubicBezTo>
                <a:cubicBezTo>
                  <a:pt x="1984618" y="5406669"/>
                  <a:pt x="1965608" y="5348055"/>
                  <a:pt x="1941053" y="5290235"/>
                </a:cubicBezTo>
                <a:cubicBezTo>
                  <a:pt x="1921251" y="5245879"/>
                  <a:pt x="1930756" y="5284691"/>
                  <a:pt x="1935508" y="5304493"/>
                </a:cubicBezTo>
                <a:lnTo>
                  <a:pt x="2016595" y="5517939"/>
                </a:lnTo>
                <a:lnTo>
                  <a:pt x="2011981" y="5511095"/>
                </a:lnTo>
                <a:cubicBezTo>
                  <a:pt x="1992225" y="5480827"/>
                  <a:pt x="1939220" y="5398916"/>
                  <a:pt x="1974490" y="5461564"/>
                </a:cubicBezTo>
                <a:cubicBezTo>
                  <a:pt x="2002676" y="5519393"/>
                  <a:pt x="1960567" y="5452821"/>
                  <a:pt x="1944532" y="5439837"/>
                </a:cubicBezTo>
                <a:cubicBezTo>
                  <a:pt x="1945991" y="5445218"/>
                  <a:pt x="1947449" y="5450600"/>
                  <a:pt x="1948907" y="5455981"/>
                </a:cubicBezTo>
                <a:cubicBezTo>
                  <a:pt x="1947449" y="5450600"/>
                  <a:pt x="1941998" y="5494438"/>
                  <a:pt x="1935720" y="5496139"/>
                </a:cubicBezTo>
                <a:cubicBezTo>
                  <a:pt x="1924957" y="5499056"/>
                  <a:pt x="1857711" y="5403674"/>
                  <a:pt x="1847712" y="5388091"/>
                </a:cubicBezTo>
                <a:cubicBezTo>
                  <a:pt x="1798561" y="5341720"/>
                  <a:pt x="1910271" y="5508811"/>
                  <a:pt x="1898611" y="5511971"/>
                </a:cubicBezTo>
                <a:cubicBezTo>
                  <a:pt x="1896285" y="5514046"/>
                  <a:pt x="1890190" y="5509319"/>
                  <a:pt x="1882881" y="5501943"/>
                </a:cubicBezTo>
                <a:lnTo>
                  <a:pt x="1875688" y="5493841"/>
                </a:lnTo>
                <a:lnTo>
                  <a:pt x="1818280" y="5348055"/>
                </a:lnTo>
                <a:cubicBezTo>
                  <a:pt x="1812736" y="5333798"/>
                  <a:pt x="1793726" y="5260136"/>
                  <a:pt x="1783428" y="5260136"/>
                </a:cubicBezTo>
                <a:cubicBezTo>
                  <a:pt x="1773923" y="5260136"/>
                  <a:pt x="1798478" y="5313997"/>
                  <a:pt x="1798478" y="5319542"/>
                </a:cubicBezTo>
                <a:cubicBezTo>
                  <a:pt x="1820656" y="5373006"/>
                  <a:pt x="1840260" y="5423104"/>
                  <a:pt x="1858577" y="5472112"/>
                </a:cubicBezTo>
                <a:lnTo>
                  <a:pt x="1860055" y="5476232"/>
                </a:lnTo>
                <a:lnTo>
                  <a:pt x="1859865" y="5476018"/>
                </a:lnTo>
                <a:cubicBezTo>
                  <a:pt x="1845498" y="5458972"/>
                  <a:pt x="1836489" y="5447935"/>
                  <a:pt x="1853273" y="5476120"/>
                </a:cubicBezTo>
                <a:lnTo>
                  <a:pt x="1876731" y="5522729"/>
                </a:lnTo>
                <a:lnTo>
                  <a:pt x="1910954" y="5618148"/>
                </a:lnTo>
                <a:lnTo>
                  <a:pt x="1916153" y="5631103"/>
                </a:lnTo>
                <a:lnTo>
                  <a:pt x="1888373" y="5595375"/>
                </a:lnTo>
                <a:cubicBezTo>
                  <a:pt x="1876586" y="5579916"/>
                  <a:pt x="1862955" y="5561587"/>
                  <a:pt x="1845919" y="5537802"/>
                </a:cubicBezTo>
                <a:cubicBezTo>
                  <a:pt x="1827622" y="5512916"/>
                  <a:pt x="1815267" y="5492195"/>
                  <a:pt x="1798428" y="5472689"/>
                </a:cubicBezTo>
                <a:cubicBezTo>
                  <a:pt x="1757257" y="5430896"/>
                  <a:pt x="1810580" y="5517534"/>
                  <a:pt x="1822038" y="5538498"/>
                </a:cubicBezTo>
                <a:cubicBezTo>
                  <a:pt x="1842690" y="5568523"/>
                  <a:pt x="1873209" y="5595875"/>
                  <a:pt x="1858522" y="5605630"/>
                </a:cubicBezTo>
                <a:cubicBezTo>
                  <a:pt x="1863904" y="5604172"/>
                  <a:pt x="1808810" y="5553635"/>
                  <a:pt x="1792775" y="5540651"/>
                </a:cubicBezTo>
                <a:cubicBezTo>
                  <a:pt x="1792775" y="5540651"/>
                  <a:pt x="1776700" y="5502646"/>
                  <a:pt x="1770555" y="5522603"/>
                </a:cubicBezTo>
                <a:cubicBezTo>
                  <a:pt x="1770555" y="5522603"/>
                  <a:pt x="1788852" y="5547490"/>
                  <a:pt x="1798609" y="5562176"/>
                </a:cubicBezTo>
                <a:cubicBezTo>
                  <a:pt x="1789547" y="5571371"/>
                  <a:pt x="1780242" y="5579669"/>
                  <a:pt x="1780242" y="5579669"/>
                </a:cubicBezTo>
                <a:cubicBezTo>
                  <a:pt x="1783158" y="5590431"/>
                  <a:pt x="1818295" y="5634823"/>
                  <a:pt x="1824371" y="5657246"/>
                </a:cubicBezTo>
                <a:cubicBezTo>
                  <a:pt x="1824371" y="5657246"/>
                  <a:pt x="1833363" y="5690430"/>
                  <a:pt x="1805310" y="5650858"/>
                </a:cubicBezTo>
                <a:cubicBezTo>
                  <a:pt x="1784414" y="5619936"/>
                  <a:pt x="1807532" y="5637740"/>
                  <a:pt x="1785873" y="5625317"/>
                </a:cubicBezTo>
                <a:cubicBezTo>
                  <a:pt x="1800692" y="5633817"/>
                  <a:pt x="1786567" y="5649198"/>
                  <a:pt x="1774346" y="5646733"/>
                </a:cubicBezTo>
                <a:cubicBezTo>
                  <a:pt x="1776056" y="5647714"/>
                  <a:pt x="1773487" y="5642453"/>
                  <a:pt x="1768588" y="5634033"/>
                </a:cubicBezTo>
                <a:lnTo>
                  <a:pt x="1752195" y="5607745"/>
                </a:lnTo>
                <a:lnTo>
                  <a:pt x="1751745" y="5606565"/>
                </a:lnTo>
                <a:cubicBezTo>
                  <a:pt x="1711151" y="5500528"/>
                  <a:pt x="1670556" y="5395184"/>
                  <a:pt x="1631348" y="5294988"/>
                </a:cubicBezTo>
                <a:cubicBezTo>
                  <a:pt x="1582238" y="5172219"/>
                  <a:pt x="1528377" y="5058954"/>
                  <a:pt x="1474516" y="4951233"/>
                </a:cubicBezTo>
                <a:cubicBezTo>
                  <a:pt x="1419861" y="4842722"/>
                  <a:pt x="1351743" y="4735001"/>
                  <a:pt x="1282831" y="4641538"/>
                </a:cubicBezTo>
                <a:cubicBezTo>
                  <a:pt x="1366000" y="4818167"/>
                  <a:pt x="1464218" y="4970243"/>
                  <a:pt x="1552931" y="5157169"/>
                </a:cubicBezTo>
                <a:cubicBezTo>
                  <a:pt x="1621843" y="5313997"/>
                  <a:pt x="1685210" y="5480329"/>
                  <a:pt x="1744616" y="5647454"/>
                </a:cubicBezTo>
                <a:lnTo>
                  <a:pt x="1746218" y="5652498"/>
                </a:lnTo>
                <a:lnTo>
                  <a:pt x="1730279" y="5632560"/>
                </a:lnTo>
                <a:lnTo>
                  <a:pt x="1727361" y="5630511"/>
                </a:lnTo>
                <a:lnTo>
                  <a:pt x="1724814" y="5622902"/>
                </a:lnTo>
                <a:cubicBezTo>
                  <a:pt x="1655903" y="5470825"/>
                  <a:pt x="1611546" y="5333798"/>
                  <a:pt x="1533130" y="5152417"/>
                </a:cubicBezTo>
                <a:cubicBezTo>
                  <a:pt x="1479268" y="5029648"/>
                  <a:pt x="1400851" y="4891829"/>
                  <a:pt x="1331940" y="4773812"/>
                </a:cubicBezTo>
                <a:cubicBezTo>
                  <a:pt x="1331940" y="4769060"/>
                  <a:pt x="1297088" y="4719952"/>
                  <a:pt x="1297088" y="4719952"/>
                </a:cubicBezTo>
                <a:cubicBezTo>
                  <a:pt x="1287583" y="4719952"/>
                  <a:pt x="1312138" y="4759555"/>
                  <a:pt x="1321643" y="4784108"/>
                </a:cubicBezTo>
                <a:cubicBezTo>
                  <a:pt x="1336693" y="4818167"/>
                  <a:pt x="1351743" y="4842722"/>
                  <a:pt x="1356494" y="4857771"/>
                </a:cubicBezTo>
                <a:cubicBezTo>
                  <a:pt x="1385801" y="4891829"/>
                  <a:pt x="1395307" y="4926679"/>
                  <a:pt x="1425406" y="4975788"/>
                </a:cubicBezTo>
                <a:cubicBezTo>
                  <a:pt x="1459466" y="5034400"/>
                  <a:pt x="1488773" y="5098557"/>
                  <a:pt x="1518080" y="5161922"/>
                </a:cubicBezTo>
                <a:cubicBezTo>
                  <a:pt x="1528377" y="5186475"/>
                  <a:pt x="1572734" y="5264889"/>
                  <a:pt x="1552931" y="5255385"/>
                </a:cubicBezTo>
                <a:cubicBezTo>
                  <a:pt x="1552931" y="5264889"/>
                  <a:pt x="1552931" y="5275186"/>
                  <a:pt x="1562437" y="5279938"/>
                </a:cubicBezTo>
                <a:cubicBezTo>
                  <a:pt x="1606794" y="5401916"/>
                  <a:pt x="1660656" y="5519933"/>
                  <a:pt x="1700260" y="5662504"/>
                </a:cubicBezTo>
                <a:cubicBezTo>
                  <a:pt x="1651150" y="5539734"/>
                  <a:pt x="1591744" y="5392411"/>
                  <a:pt x="1542634" y="5264889"/>
                </a:cubicBezTo>
                <a:cubicBezTo>
                  <a:pt x="1533130" y="5245879"/>
                  <a:pt x="1493526" y="5132616"/>
                  <a:pt x="1484020" y="5132616"/>
                </a:cubicBezTo>
                <a:cubicBezTo>
                  <a:pt x="1449961" y="5127863"/>
                  <a:pt x="1597289" y="5504884"/>
                  <a:pt x="1484020" y="5157169"/>
                </a:cubicBezTo>
                <a:cubicBezTo>
                  <a:pt x="1488773" y="5172219"/>
                  <a:pt x="1493526" y="5186475"/>
                  <a:pt x="1499070" y="5192020"/>
                </a:cubicBezTo>
                <a:cubicBezTo>
                  <a:pt x="1577487" y="5343303"/>
                  <a:pt x="1631348" y="5509636"/>
                  <a:pt x="1675704" y="5667256"/>
                </a:cubicBezTo>
                <a:cubicBezTo>
                  <a:pt x="1597289" y="5490626"/>
                  <a:pt x="1528377" y="5309246"/>
                  <a:pt x="1444416" y="5127863"/>
                </a:cubicBezTo>
                <a:cubicBezTo>
                  <a:pt x="1366000" y="4960738"/>
                  <a:pt x="1278078" y="4813415"/>
                  <a:pt x="1184613" y="4661340"/>
                </a:cubicBezTo>
                <a:cubicBezTo>
                  <a:pt x="1175107" y="4641538"/>
                  <a:pt x="1155305" y="4616983"/>
                  <a:pt x="1169563" y="4651835"/>
                </a:cubicBezTo>
                <a:cubicBezTo>
                  <a:pt x="1189364" y="4685893"/>
                  <a:pt x="1223424" y="4744505"/>
                  <a:pt x="1238474" y="4769060"/>
                </a:cubicBezTo>
                <a:cubicBezTo>
                  <a:pt x="1395307" y="5039152"/>
                  <a:pt x="1533130" y="5329047"/>
                  <a:pt x="1640853" y="5637158"/>
                </a:cubicBezTo>
                <a:cubicBezTo>
                  <a:pt x="1660656" y="5696562"/>
                  <a:pt x="1689963" y="5765472"/>
                  <a:pt x="1685210" y="5809826"/>
                </a:cubicBezTo>
                <a:cubicBezTo>
                  <a:pt x="1689963" y="5839134"/>
                  <a:pt x="1695507" y="5839134"/>
                  <a:pt x="1700260" y="5853390"/>
                </a:cubicBezTo>
                <a:cubicBezTo>
                  <a:pt x="1714517" y="5888242"/>
                  <a:pt x="1720061" y="5917547"/>
                  <a:pt x="1700260" y="5883489"/>
                </a:cubicBezTo>
                <a:cubicBezTo>
                  <a:pt x="1670953" y="5819332"/>
                  <a:pt x="1655903" y="5785274"/>
                  <a:pt x="1636101" y="5725869"/>
                </a:cubicBezTo>
                <a:cubicBezTo>
                  <a:pt x="1557684" y="5534189"/>
                  <a:pt x="1499070" y="5367857"/>
                  <a:pt x="1410357" y="5176970"/>
                </a:cubicBezTo>
                <a:cubicBezTo>
                  <a:pt x="1361247" y="5068458"/>
                  <a:pt x="1316890" y="4990045"/>
                  <a:pt x="1258276" y="4882324"/>
                </a:cubicBezTo>
                <a:cubicBezTo>
                  <a:pt x="1228969" y="4828464"/>
                  <a:pt x="1179860" y="4730248"/>
                  <a:pt x="1140256" y="4670843"/>
                </a:cubicBezTo>
                <a:cubicBezTo>
                  <a:pt x="1140256" y="4666092"/>
                  <a:pt x="1095898" y="4607479"/>
                  <a:pt x="1091147" y="4607479"/>
                </a:cubicBezTo>
                <a:cubicBezTo>
                  <a:pt x="1086394" y="4607479"/>
                  <a:pt x="1101444" y="4636786"/>
                  <a:pt x="1101444" y="4641538"/>
                </a:cubicBezTo>
                <a:cubicBezTo>
                  <a:pt x="1199661" y="4818167"/>
                  <a:pt x="1307386" y="4980539"/>
                  <a:pt x="1390554" y="5161922"/>
                </a:cubicBezTo>
                <a:cubicBezTo>
                  <a:pt x="1469763" y="5324294"/>
                  <a:pt x="1542634" y="5524685"/>
                  <a:pt x="1606794" y="5696562"/>
                </a:cubicBezTo>
                <a:cubicBezTo>
                  <a:pt x="1616298" y="5725869"/>
                  <a:pt x="1631348" y="5765472"/>
                  <a:pt x="1636101" y="5779729"/>
                </a:cubicBezTo>
                <a:cubicBezTo>
                  <a:pt x="1636101" y="5799531"/>
                  <a:pt x="1626596" y="5785274"/>
                  <a:pt x="1626596" y="5799531"/>
                </a:cubicBezTo>
                <a:cubicBezTo>
                  <a:pt x="1626596" y="5799531"/>
                  <a:pt x="1626596" y="5824084"/>
                  <a:pt x="1631348" y="5824084"/>
                </a:cubicBezTo>
                <a:cubicBezTo>
                  <a:pt x="1626596" y="5824084"/>
                  <a:pt x="1602041" y="5774976"/>
                  <a:pt x="1582238" y="5730620"/>
                </a:cubicBezTo>
                <a:cubicBezTo>
                  <a:pt x="1582238" y="5725869"/>
                  <a:pt x="1582238" y="5725869"/>
                  <a:pt x="1586991" y="5725869"/>
                </a:cubicBezTo>
                <a:cubicBezTo>
                  <a:pt x="1582238" y="5725869"/>
                  <a:pt x="1611546" y="5785274"/>
                  <a:pt x="1621843" y="5799531"/>
                </a:cubicBezTo>
                <a:cubicBezTo>
                  <a:pt x="1523624" y="5588843"/>
                  <a:pt x="1548180" y="5652207"/>
                  <a:pt x="1582238" y="5730620"/>
                </a:cubicBezTo>
                <a:lnTo>
                  <a:pt x="1579667" y="5735622"/>
                </a:lnTo>
                <a:lnTo>
                  <a:pt x="1549070" y="5672603"/>
                </a:lnTo>
                <a:cubicBezTo>
                  <a:pt x="1540456" y="5647455"/>
                  <a:pt x="1533129" y="5620524"/>
                  <a:pt x="1523624" y="5593594"/>
                </a:cubicBezTo>
                <a:cubicBezTo>
                  <a:pt x="1419861" y="5348055"/>
                  <a:pt x="1316890" y="5103309"/>
                  <a:pt x="1189364" y="4882324"/>
                </a:cubicBezTo>
                <a:cubicBezTo>
                  <a:pt x="1135503" y="4793614"/>
                  <a:pt x="1081641" y="4705695"/>
                  <a:pt x="1032533" y="4621736"/>
                </a:cubicBezTo>
                <a:cubicBezTo>
                  <a:pt x="939066" y="4449859"/>
                  <a:pt x="846393" y="4263726"/>
                  <a:pt x="733916" y="4091848"/>
                </a:cubicBezTo>
                <a:cubicBezTo>
                  <a:pt x="654708" y="3969078"/>
                  <a:pt x="581044" y="3841557"/>
                  <a:pt x="493122" y="3703739"/>
                </a:cubicBezTo>
                <a:cubicBezTo>
                  <a:pt x="473320" y="3674433"/>
                  <a:pt x="453518" y="3634830"/>
                  <a:pt x="433716" y="3605522"/>
                </a:cubicBezTo>
                <a:cubicBezTo>
                  <a:pt x="424211" y="3591266"/>
                  <a:pt x="399657" y="3561168"/>
                  <a:pt x="414706" y="3596018"/>
                </a:cubicBezTo>
                <a:cubicBezTo>
                  <a:pt x="433716" y="3634830"/>
                  <a:pt x="463815" y="3679184"/>
                  <a:pt x="478073" y="3703739"/>
                </a:cubicBezTo>
                <a:cubicBezTo>
                  <a:pt x="561241" y="3836805"/>
                  <a:pt x="630153" y="3954030"/>
                  <a:pt x="703817" y="4076799"/>
                </a:cubicBezTo>
                <a:cubicBezTo>
                  <a:pt x="748174" y="4155212"/>
                  <a:pt x="812333" y="4239171"/>
                  <a:pt x="855897" y="4317585"/>
                </a:cubicBezTo>
                <a:cubicBezTo>
                  <a:pt x="881244" y="4366693"/>
                  <a:pt x="894710" y="4396000"/>
                  <a:pt x="924017" y="4449859"/>
                </a:cubicBezTo>
                <a:cubicBezTo>
                  <a:pt x="939066" y="4479957"/>
                  <a:pt x="958868" y="4514016"/>
                  <a:pt x="977878" y="4543323"/>
                </a:cubicBezTo>
                <a:cubicBezTo>
                  <a:pt x="1012730" y="4612232"/>
                  <a:pt x="973125" y="4553619"/>
                  <a:pt x="963621" y="4533817"/>
                </a:cubicBezTo>
                <a:cubicBezTo>
                  <a:pt x="885997" y="4400752"/>
                  <a:pt x="817085" y="4288279"/>
                  <a:pt x="748174" y="4165509"/>
                </a:cubicBezTo>
                <a:cubicBezTo>
                  <a:pt x="659460" y="4022939"/>
                  <a:pt x="576291" y="3890665"/>
                  <a:pt x="493122" y="3763143"/>
                </a:cubicBezTo>
                <a:cubicBezTo>
                  <a:pt x="409161" y="3625324"/>
                  <a:pt x="321240" y="3507308"/>
                  <a:pt x="237278" y="3364737"/>
                </a:cubicBezTo>
                <a:cubicBezTo>
                  <a:pt x="169160" y="3247512"/>
                  <a:pt x="85198" y="3124743"/>
                  <a:pt x="40842" y="2982172"/>
                </a:cubicBezTo>
                <a:cubicBezTo>
                  <a:pt x="40842" y="2977419"/>
                  <a:pt x="26584" y="2922767"/>
                  <a:pt x="21832" y="2918014"/>
                </a:cubicBezTo>
                <a:cubicBezTo>
                  <a:pt x="17080" y="2918014"/>
                  <a:pt x="21832" y="2967122"/>
                  <a:pt x="26584" y="2977419"/>
                </a:cubicBezTo>
                <a:cubicBezTo>
                  <a:pt x="36090" y="3011478"/>
                  <a:pt x="17080" y="2957618"/>
                  <a:pt x="11535" y="2947320"/>
                </a:cubicBezTo>
                <a:cubicBezTo>
                  <a:pt x="-2723" y="2899006"/>
                  <a:pt x="-8268" y="2770691"/>
                  <a:pt x="21832" y="2750889"/>
                </a:cubicBezTo>
                <a:cubicBezTo>
                  <a:pt x="26584" y="2770691"/>
                  <a:pt x="2030" y="2780988"/>
                  <a:pt x="11535" y="2800790"/>
                </a:cubicBezTo>
                <a:cubicBezTo>
                  <a:pt x="21832" y="2810294"/>
                  <a:pt x="36090" y="2741385"/>
                  <a:pt x="31337" y="2746138"/>
                </a:cubicBezTo>
                <a:cubicBezTo>
                  <a:pt x="31337" y="2741385"/>
                  <a:pt x="51140" y="2741385"/>
                  <a:pt x="55891" y="2741385"/>
                </a:cubicBezTo>
                <a:cubicBezTo>
                  <a:pt x="70941" y="2726336"/>
                  <a:pt x="65397" y="2712079"/>
                  <a:pt x="85198" y="2697030"/>
                </a:cubicBezTo>
                <a:cubicBezTo>
                  <a:pt x="105001" y="2678020"/>
                  <a:pt x="124803" y="2672476"/>
                  <a:pt x="149358" y="2658219"/>
                </a:cubicBezTo>
                <a:cubicBezTo>
                  <a:pt x="163615" y="2647922"/>
                  <a:pt x="173913" y="2633664"/>
                  <a:pt x="183417" y="2628913"/>
                </a:cubicBezTo>
                <a:cubicBezTo>
                  <a:pt x="193714" y="2623369"/>
                  <a:pt x="203220" y="2623369"/>
                  <a:pt x="212724" y="2618616"/>
                </a:cubicBezTo>
                <a:cubicBezTo>
                  <a:pt x="227774" y="2604359"/>
                  <a:pt x="223021" y="2598814"/>
                  <a:pt x="237278" y="2594062"/>
                </a:cubicBezTo>
                <a:cubicBezTo>
                  <a:pt x="237278" y="2594062"/>
                  <a:pt x="223021" y="2613863"/>
                  <a:pt x="227774" y="2618616"/>
                </a:cubicBezTo>
                <a:cubicBezTo>
                  <a:pt x="237278" y="2623369"/>
                  <a:pt x="276883" y="2569508"/>
                  <a:pt x="276883" y="2569508"/>
                </a:cubicBezTo>
                <a:cubicBezTo>
                  <a:pt x="291141" y="2560004"/>
                  <a:pt x="281635" y="2579804"/>
                  <a:pt x="301438" y="2564756"/>
                </a:cubicBezTo>
                <a:cubicBezTo>
                  <a:pt x="310943" y="2554458"/>
                  <a:pt x="306190" y="2540202"/>
                  <a:pt x="325993" y="2530697"/>
                </a:cubicBezTo>
                <a:cubicBezTo>
                  <a:pt x="330745" y="2525153"/>
                  <a:pt x="355300" y="2535449"/>
                  <a:pt x="365597" y="2530697"/>
                </a:cubicBezTo>
                <a:cubicBezTo>
                  <a:pt x="375101" y="2525153"/>
                  <a:pt x="375101" y="2520401"/>
                  <a:pt x="384607" y="2510895"/>
                </a:cubicBezTo>
                <a:cubicBezTo>
                  <a:pt x="404408" y="2491094"/>
                  <a:pt x="414706" y="2491094"/>
                  <a:pt x="433716" y="2476045"/>
                </a:cubicBezTo>
                <a:cubicBezTo>
                  <a:pt x="448766" y="2471292"/>
                  <a:pt x="458271" y="2451491"/>
                  <a:pt x="468568" y="2446739"/>
                </a:cubicBezTo>
                <a:cubicBezTo>
                  <a:pt x="482825" y="2441986"/>
                  <a:pt x="497875" y="2441986"/>
                  <a:pt x="502627" y="2437234"/>
                </a:cubicBezTo>
                <a:cubicBezTo>
                  <a:pt x="507380" y="2432482"/>
                  <a:pt x="512924" y="2417432"/>
                  <a:pt x="517677" y="2412680"/>
                </a:cubicBezTo>
                <a:cubicBezTo>
                  <a:pt x="527183" y="2407928"/>
                  <a:pt x="542231" y="2412680"/>
                  <a:pt x="551737" y="2407928"/>
                </a:cubicBezTo>
                <a:cubicBezTo>
                  <a:pt x="566787" y="2402383"/>
                  <a:pt x="576291" y="2383375"/>
                  <a:pt x="591341" y="2368325"/>
                </a:cubicBezTo>
                <a:cubicBezTo>
                  <a:pt x="596094" y="2368325"/>
                  <a:pt x="605598" y="2373077"/>
                  <a:pt x="611143" y="2368325"/>
                </a:cubicBezTo>
                <a:cubicBezTo>
                  <a:pt x="630153" y="2363573"/>
                  <a:pt x="645203" y="2339018"/>
                  <a:pt x="659460" y="2328722"/>
                </a:cubicBezTo>
                <a:cubicBezTo>
                  <a:pt x="674510" y="2323970"/>
                  <a:pt x="694311" y="2323970"/>
                  <a:pt x="703817" y="2314464"/>
                </a:cubicBezTo>
                <a:cubicBezTo>
                  <a:pt x="709361" y="2314464"/>
                  <a:pt x="714114" y="2289911"/>
                  <a:pt x="718867" y="2285158"/>
                </a:cubicBezTo>
                <a:cubicBezTo>
                  <a:pt x="723618" y="2279614"/>
                  <a:pt x="738668" y="2289911"/>
                  <a:pt x="748174" y="2285158"/>
                </a:cubicBezTo>
                <a:cubicBezTo>
                  <a:pt x="757678" y="2285158"/>
                  <a:pt x="752926" y="2274861"/>
                  <a:pt x="757678" y="2270110"/>
                </a:cubicBezTo>
                <a:cubicBezTo>
                  <a:pt x="763223" y="2270110"/>
                  <a:pt x="772728" y="2270110"/>
                  <a:pt x="777481" y="2265357"/>
                </a:cubicBezTo>
                <a:cubicBezTo>
                  <a:pt x="783025" y="2260604"/>
                  <a:pt x="783025" y="2250308"/>
                  <a:pt x="792530" y="2240803"/>
                </a:cubicBezTo>
                <a:cubicBezTo>
                  <a:pt x="797283" y="2236051"/>
                  <a:pt x="807580" y="2236051"/>
                  <a:pt x="817085" y="2230507"/>
                </a:cubicBezTo>
                <a:cubicBezTo>
                  <a:pt x="841640" y="2216249"/>
                  <a:pt x="836887" y="2205952"/>
                  <a:pt x="861441" y="2196448"/>
                </a:cubicBezTo>
                <a:cubicBezTo>
                  <a:pt x="866194" y="2196448"/>
                  <a:pt x="870947" y="2186944"/>
                  <a:pt x="875700" y="2181399"/>
                </a:cubicBezTo>
                <a:cubicBezTo>
                  <a:pt x="890748" y="2176646"/>
                  <a:pt x="914511" y="2176646"/>
                  <a:pt x="924017" y="2171893"/>
                </a:cubicBezTo>
                <a:cubicBezTo>
                  <a:pt x="924017" y="2171893"/>
                  <a:pt x="914511" y="2167142"/>
                  <a:pt x="909758" y="2171893"/>
                </a:cubicBezTo>
                <a:cubicBezTo>
                  <a:pt x="919264" y="2167142"/>
                  <a:pt x="924017" y="2167142"/>
                  <a:pt x="939066" y="2167142"/>
                </a:cubicBezTo>
                <a:cubicBezTo>
                  <a:pt x="953324" y="2156845"/>
                  <a:pt x="953324" y="2137835"/>
                  <a:pt x="973125" y="2122786"/>
                </a:cubicBezTo>
                <a:cubicBezTo>
                  <a:pt x="977878" y="2118033"/>
                  <a:pt x="992928" y="2113282"/>
                  <a:pt x="1007977" y="2107737"/>
                </a:cubicBezTo>
                <a:cubicBezTo>
                  <a:pt x="1017483" y="2098232"/>
                  <a:pt x="1026987" y="2088727"/>
                  <a:pt x="1032533" y="2083183"/>
                </a:cubicBezTo>
                <a:cubicBezTo>
                  <a:pt x="1046790" y="2073679"/>
                  <a:pt x="1051543" y="2083183"/>
                  <a:pt x="1061840" y="2078430"/>
                </a:cubicBezTo>
                <a:cubicBezTo>
                  <a:pt x="1071344" y="2073679"/>
                  <a:pt x="1071344" y="2064173"/>
                  <a:pt x="1076888" y="2058629"/>
                </a:cubicBezTo>
                <a:cubicBezTo>
                  <a:pt x="1091147" y="2049124"/>
                  <a:pt x="1106196" y="2053877"/>
                  <a:pt x="1106196" y="2053877"/>
                </a:cubicBezTo>
                <a:cubicBezTo>
                  <a:pt x="1106196" y="2053877"/>
                  <a:pt x="1091147" y="2039620"/>
                  <a:pt x="1106196" y="2034076"/>
                </a:cubicBezTo>
                <a:cubicBezTo>
                  <a:pt x="1110948" y="2029323"/>
                  <a:pt x="1120454" y="2034076"/>
                  <a:pt x="1125206" y="2034076"/>
                </a:cubicBezTo>
                <a:cubicBezTo>
                  <a:pt x="1135503" y="2029323"/>
                  <a:pt x="1135503" y="2015066"/>
                  <a:pt x="1145008" y="2010314"/>
                </a:cubicBezTo>
                <a:cubicBezTo>
                  <a:pt x="1164810" y="2000017"/>
                  <a:pt x="1189364" y="2004770"/>
                  <a:pt x="1199661" y="1995264"/>
                </a:cubicBezTo>
                <a:cubicBezTo>
                  <a:pt x="1209167" y="1984968"/>
                  <a:pt x="1209167" y="1955661"/>
                  <a:pt x="1213920" y="1950909"/>
                </a:cubicBezTo>
                <a:cubicBezTo>
                  <a:pt x="1218671" y="1950909"/>
                  <a:pt x="1302633" y="1950909"/>
                  <a:pt x="1307386" y="1950909"/>
                </a:cubicBezTo>
                <a:cubicBezTo>
                  <a:pt x="1307386" y="1950909"/>
                  <a:pt x="1321643" y="1960414"/>
                  <a:pt x="1327187" y="1955661"/>
                </a:cubicBezTo>
                <a:cubicBezTo>
                  <a:pt x="1327187" y="1950909"/>
                  <a:pt x="1312138" y="1946157"/>
                  <a:pt x="1302633" y="1946157"/>
                </a:cubicBezTo>
                <a:cubicBezTo>
                  <a:pt x="1376297" y="1935860"/>
                  <a:pt x="1449961" y="2004770"/>
                  <a:pt x="1508575" y="2019818"/>
                </a:cubicBezTo>
                <a:cubicBezTo>
                  <a:pt x="1513327" y="2039620"/>
                  <a:pt x="1533130" y="2019818"/>
                  <a:pt x="1508575" y="2019818"/>
                </a:cubicBezTo>
                <a:cubicBezTo>
                  <a:pt x="1508575" y="2015066"/>
                  <a:pt x="1503823" y="2015066"/>
                  <a:pt x="1503823" y="2010314"/>
                </a:cubicBezTo>
                <a:cubicBezTo>
                  <a:pt x="1562437" y="2039620"/>
                  <a:pt x="1621843" y="2073679"/>
                  <a:pt x="1680457" y="2102985"/>
                </a:cubicBezTo>
                <a:cubicBezTo>
                  <a:pt x="1685210" y="2118033"/>
                  <a:pt x="1705011" y="2098232"/>
                  <a:pt x="1680457" y="2102985"/>
                </a:cubicBezTo>
                <a:cubicBezTo>
                  <a:pt x="1670953" y="2083183"/>
                  <a:pt x="1651150" y="2083183"/>
                  <a:pt x="1640853" y="2068926"/>
                </a:cubicBezTo>
                <a:cubicBezTo>
                  <a:pt x="1660656" y="2053877"/>
                  <a:pt x="1685210" y="2102985"/>
                  <a:pt x="1700260" y="2098232"/>
                </a:cubicBezTo>
                <a:cubicBezTo>
                  <a:pt x="1720061" y="2093480"/>
                  <a:pt x="1689963" y="2083183"/>
                  <a:pt x="1685210" y="2064173"/>
                </a:cubicBezTo>
                <a:lnTo>
                  <a:pt x="1700260" y="2064173"/>
                </a:lnTo>
                <a:cubicBezTo>
                  <a:pt x="1709764" y="2058629"/>
                  <a:pt x="1689963" y="2034076"/>
                  <a:pt x="1685210" y="2029323"/>
                </a:cubicBezTo>
                <a:cubicBezTo>
                  <a:pt x="1685210" y="2024571"/>
                  <a:pt x="1689963" y="2019818"/>
                  <a:pt x="1689963" y="2015066"/>
                </a:cubicBezTo>
                <a:cubicBezTo>
                  <a:pt x="1695507" y="2004770"/>
                  <a:pt x="1695507" y="1995264"/>
                  <a:pt x="1689963" y="1984968"/>
                </a:cubicBezTo>
                <a:cubicBezTo>
                  <a:pt x="1685210" y="1926355"/>
                  <a:pt x="1675704" y="1881999"/>
                  <a:pt x="1665408" y="1823387"/>
                </a:cubicBezTo>
                <a:cubicBezTo>
                  <a:pt x="1636101" y="1690321"/>
                  <a:pt x="1616298" y="1538246"/>
                  <a:pt x="1591744" y="1401219"/>
                </a:cubicBezTo>
                <a:cubicBezTo>
                  <a:pt x="1577487" y="1327558"/>
                  <a:pt x="1572734" y="1249143"/>
                  <a:pt x="1557684" y="1184987"/>
                </a:cubicBezTo>
                <a:cubicBezTo>
                  <a:pt x="1548180" y="1160433"/>
                  <a:pt x="1533130" y="1140631"/>
                  <a:pt x="1528377" y="1116078"/>
                </a:cubicBezTo>
                <a:cubicBezTo>
                  <a:pt x="1508575" y="1052712"/>
                  <a:pt x="1508575" y="964002"/>
                  <a:pt x="1499070" y="880836"/>
                </a:cubicBezTo>
                <a:cubicBezTo>
                  <a:pt x="1479268" y="743017"/>
                  <a:pt x="1464218" y="595694"/>
                  <a:pt x="1454713" y="458667"/>
                </a:cubicBezTo>
                <a:cubicBezTo>
                  <a:pt x="1449961" y="389759"/>
                  <a:pt x="1439664" y="335106"/>
                  <a:pt x="1464218" y="291542"/>
                </a:cubicBezTo>
                <a:lnTo>
                  <a:pt x="1464269" y="291414"/>
                </a:lnTo>
                <a:lnTo>
                  <a:pt x="1464429" y="292977"/>
                </a:lnTo>
                <a:cubicBezTo>
                  <a:pt x="1480509" y="455142"/>
                  <a:pt x="1496327" y="618266"/>
                  <a:pt x="1511649" y="775657"/>
                </a:cubicBezTo>
                <a:cubicBezTo>
                  <a:pt x="1520299" y="821625"/>
                  <a:pt x="1519571" y="880350"/>
                  <a:pt x="1535897" y="928416"/>
                </a:cubicBezTo>
                <a:cubicBezTo>
                  <a:pt x="1563286" y="987755"/>
                  <a:pt x="1556550" y="904598"/>
                  <a:pt x="1548601" y="851751"/>
                </a:cubicBezTo>
                <a:cubicBezTo>
                  <a:pt x="1544759" y="762314"/>
                  <a:pt x="1532941" y="671877"/>
                  <a:pt x="1529501" y="576657"/>
                </a:cubicBezTo>
                <a:cubicBezTo>
                  <a:pt x="1532212" y="540866"/>
                  <a:pt x="1539950" y="616046"/>
                  <a:pt x="1542232" y="637882"/>
                </a:cubicBezTo>
                <a:cubicBezTo>
                  <a:pt x="1549970" y="713063"/>
                  <a:pt x="1565383" y="790343"/>
                  <a:pt x="1567638" y="864024"/>
                </a:cubicBezTo>
                <a:cubicBezTo>
                  <a:pt x="1574674" y="946085"/>
                  <a:pt x="1568340" y="1046881"/>
                  <a:pt x="1581956" y="1130740"/>
                </a:cubicBezTo>
                <a:cubicBezTo>
                  <a:pt x="1593474" y="1222274"/>
                  <a:pt x="1591246" y="1096746"/>
                  <a:pt x="1590973" y="1045996"/>
                </a:cubicBezTo>
                <a:cubicBezTo>
                  <a:pt x="1590702" y="995247"/>
                  <a:pt x="1591430" y="936522"/>
                  <a:pt x="1588747" y="920468"/>
                </a:cubicBezTo>
                <a:cubicBezTo>
                  <a:pt x="1592342" y="907309"/>
                  <a:pt x="1599836" y="879895"/>
                  <a:pt x="1601633" y="873315"/>
                </a:cubicBezTo>
                <a:cubicBezTo>
                  <a:pt x="1600448" y="851779"/>
                  <a:pt x="1595966" y="842304"/>
                  <a:pt x="1591886" y="827047"/>
                </a:cubicBezTo>
                <a:cubicBezTo>
                  <a:pt x="1593684" y="820468"/>
                  <a:pt x="1607055" y="801731"/>
                  <a:pt x="1605073" y="778797"/>
                </a:cubicBezTo>
                <a:cubicBezTo>
                  <a:pt x="1603887" y="757261"/>
                  <a:pt x="1589359" y="702615"/>
                  <a:pt x="1594168" y="659147"/>
                </a:cubicBezTo>
                <a:cubicBezTo>
                  <a:pt x="1599588" y="587563"/>
                  <a:pt x="1614090" y="694054"/>
                  <a:pt x="1614976" y="716687"/>
                </a:cubicBezTo>
                <a:cubicBezTo>
                  <a:pt x="1621740" y="747998"/>
                  <a:pt x="1619329" y="782694"/>
                  <a:pt x="1622012" y="798747"/>
                </a:cubicBezTo>
                <a:cubicBezTo>
                  <a:pt x="1626794" y="807126"/>
                  <a:pt x="1641050" y="811021"/>
                  <a:pt x="1644034" y="825978"/>
                </a:cubicBezTo>
                <a:cubicBezTo>
                  <a:pt x="1652946" y="847270"/>
                  <a:pt x="1654470" y="888050"/>
                  <a:pt x="1654048" y="932717"/>
                </a:cubicBezTo>
                <a:lnTo>
                  <a:pt x="1652390" y="1062327"/>
                </a:lnTo>
                <a:lnTo>
                  <a:pt x="1652131" y="1059488"/>
                </a:lnTo>
                <a:lnTo>
                  <a:pt x="1651621" y="1052872"/>
                </a:lnTo>
                <a:cubicBezTo>
                  <a:pt x="1651505" y="1051648"/>
                  <a:pt x="1651522" y="1052325"/>
                  <a:pt x="1651663" y="1054370"/>
                </a:cubicBezTo>
                <a:lnTo>
                  <a:pt x="1652131" y="1059488"/>
                </a:lnTo>
                <a:lnTo>
                  <a:pt x="1652384" y="1062779"/>
                </a:lnTo>
                <a:lnTo>
                  <a:pt x="1652390" y="1062327"/>
                </a:lnTo>
                <a:lnTo>
                  <a:pt x="1653896" y="1078808"/>
                </a:lnTo>
                <a:cubicBezTo>
                  <a:pt x="1656254" y="1100370"/>
                  <a:pt x="1660227" y="1126793"/>
                  <a:pt x="1665115" y="1124004"/>
                </a:cubicBezTo>
                <a:cubicBezTo>
                  <a:pt x="1680073" y="1121022"/>
                  <a:pt x="1659876" y="1035365"/>
                  <a:pt x="1659876" y="1035365"/>
                </a:cubicBezTo>
                <a:cubicBezTo>
                  <a:pt x="1658534" y="932470"/>
                  <a:pt x="1651499" y="850410"/>
                  <a:pt x="1648058" y="755191"/>
                </a:cubicBezTo>
                <a:cubicBezTo>
                  <a:pt x="1647173" y="732558"/>
                  <a:pt x="1654665" y="705143"/>
                  <a:pt x="1657376" y="669351"/>
                </a:cubicBezTo>
                <a:cubicBezTo>
                  <a:pt x="1655306" y="625181"/>
                  <a:pt x="1644645" y="608126"/>
                  <a:pt x="1658718" y="582510"/>
                </a:cubicBezTo>
                <a:cubicBezTo>
                  <a:pt x="1672088" y="563772"/>
                  <a:pt x="1691827" y="569167"/>
                  <a:pt x="1695424" y="556008"/>
                </a:cubicBezTo>
                <a:cubicBezTo>
                  <a:pt x="1704714" y="522014"/>
                  <a:pt x="1683633" y="413724"/>
                  <a:pt x="1680466" y="369255"/>
                </a:cubicBezTo>
                <a:lnTo>
                  <a:pt x="1665098" y="171575"/>
                </a:lnTo>
                <a:lnTo>
                  <a:pt x="1667586" y="169566"/>
                </a:lnTo>
                <a:lnTo>
                  <a:pt x="1676446" y="163325"/>
                </a:lnTo>
                <a:lnTo>
                  <a:pt x="1689881" y="286830"/>
                </a:lnTo>
                <a:cubicBezTo>
                  <a:pt x="1700966" y="396660"/>
                  <a:pt x="1712298" y="509356"/>
                  <a:pt x="1726891" y="630604"/>
                </a:cubicBezTo>
                <a:cubicBezTo>
                  <a:pt x="1728077" y="652140"/>
                  <a:pt x="1734929" y="704688"/>
                  <a:pt x="1740780" y="765212"/>
                </a:cubicBezTo>
                <a:cubicBezTo>
                  <a:pt x="1741666" y="787844"/>
                  <a:pt x="1753940" y="958544"/>
                  <a:pt x="1757079" y="865124"/>
                </a:cubicBezTo>
                <a:cubicBezTo>
                  <a:pt x="1759817" y="777485"/>
                  <a:pt x="1766827" y="911392"/>
                  <a:pt x="1769810" y="926349"/>
                </a:cubicBezTo>
                <a:cubicBezTo>
                  <a:pt x="1774292" y="935823"/>
                  <a:pt x="1796313" y="963053"/>
                  <a:pt x="1804691" y="958272"/>
                </a:cubicBezTo>
                <a:cubicBezTo>
                  <a:pt x="1806489" y="951693"/>
                  <a:pt x="1791531" y="764939"/>
                  <a:pt x="1790645" y="742307"/>
                </a:cubicBezTo>
                <a:cubicBezTo>
                  <a:pt x="1792171" y="684977"/>
                  <a:pt x="1791101" y="632832"/>
                  <a:pt x="1795611" y="590460"/>
                </a:cubicBezTo>
                <a:cubicBezTo>
                  <a:pt x="1797409" y="583881"/>
                  <a:pt x="1809682" y="564844"/>
                  <a:pt x="1811480" y="558265"/>
                </a:cubicBezTo>
                <a:cubicBezTo>
                  <a:pt x="1821683" y="495058"/>
                  <a:pt x="1775870" y="395330"/>
                  <a:pt x="1798504" y="394444"/>
                </a:cubicBezTo>
                <a:cubicBezTo>
                  <a:pt x="1798504" y="394444"/>
                  <a:pt x="1806270" y="417779"/>
                  <a:pt x="1815833" y="434534"/>
                </a:cubicBezTo>
                <a:lnTo>
                  <a:pt x="1812574" y="433123"/>
                </a:lnTo>
                <a:lnTo>
                  <a:pt x="1811051" y="426156"/>
                </a:lnTo>
                <a:cubicBezTo>
                  <a:pt x="1810152" y="429446"/>
                  <a:pt x="1809703" y="431091"/>
                  <a:pt x="1810300" y="432139"/>
                </a:cubicBezTo>
                <a:lnTo>
                  <a:pt x="1812574" y="433123"/>
                </a:lnTo>
                <a:lnTo>
                  <a:pt x="1815132" y="444828"/>
                </a:lnTo>
                <a:lnTo>
                  <a:pt x="1814464" y="454636"/>
                </a:lnTo>
                <a:cubicBezTo>
                  <a:pt x="1814996" y="460232"/>
                  <a:pt x="1816017" y="464047"/>
                  <a:pt x="1816017" y="464047"/>
                </a:cubicBezTo>
                <a:cubicBezTo>
                  <a:pt x="1816017" y="464047"/>
                  <a:pt x="1835756" y="469441"/>
                  <a:pt x="1839536" y="485795"/>
                </a:cubicBezTo>
                <a:cubicBezTo>
                  <a:pt x="1851783" y="518604"/>
                  <a:pt x="1848643" y="612025"/>
                  <a:pt x="1854311" y="643036"/>
                </a:cubicBezTo>
                <a:cubicBezTo>
                  <a:pt x="1852512" y="649615"/>
                  <a:pt x="1866768" y="653511"/>
                  <a:pt x="1871549" y="661889"/>
                </a:cubicBezTo>
                <a:cubicBezTo>
                  <a:pt x="1888577" y="703076"/>
                  <a:pt x="1878559" y="795795"/>
                  <a:pt x="1886507" y="848642"/>
                </a:cubicBezTo>
                <a:cubicBezTo>
                  <a:pt x="1886481" y="900488"/>
                  <a:pt x="1882857" y="965493"/>
                  <a:pt x="1891992" y="1039878"/>
                </a:cubicBezTo>
                <a:cubicBezTo>
                  <a:pt x="1891992" y="1039878"/>
                  <a:pt x="1894675" y="1055931"/>
                  <a:pt x="1902351" y="1058029"/>
                </a:cubicBezTo>
                <a:cubicBezTo>
                  <a:pt x="1921205" y="1040790"/>
                  <a:pt x="1899640" y="904085"/>
                  <a:pt x="1900553" y="874872"/>
                </a:cubicBezTo>
                <a:cubicBezTo>
                  <a:pt x="1899987" y="717389"/>
                  <a:pt x="1890870" y="563168"/>
                  <a:pt x="1878026" y="409106"/>
                </a:cubicBezTo>
                <a:lnTo>
                  <a:pt x="1840504" y="20564"/>
                </a:lnTo>
                <a:lnTo>
                  <a:pt x="1844920" y="12714"/>
                </a:lnTo>
                <a:lnTo>
                  <a:pt x="1855923" y="11699"/>
                </a:lnTo>
                <a:lnTo>
                  <a:pt x="1861408" y="59709"/>
                </a:lnTo>
                <a:cubicBezTo>
                  <a:pt x="1866482" y="103669"/>
                  <a:pt x="1872566" y="147168"/>
                  <a:pt x="1882664" y="189996"/>
                </a:cubicBezTo>
                <a:cubicBezTo>
                  <a:pt x="1875172" y="217411"/>
                  <a:pt x="1877154" y="240344"/>
                  <a:pt x="1888515" y="250520"/>
                </a:cubicBezTo>
                <a:cubicBezTo>
                  <a:pt x="1888515" y="250520"/>
                  <a:pt x="1907552" y="262794"/>
                  <a:pt x="1888515" y="250520"/>
                </a:cubicBezTo>
                <a:cubicBezTo>
                  <a:pt x="1894210" y="229685"/>
                  <a:pt x="1893024" y="208149"/>
                  <a:pt x="1882664" y="189996"/>
                </a:cubicBezTo>
                <a:cubicBezTo>
                  <a:pt x="1884179" y="152110"/>
                  <a:pt x="1883015" y="115406"/>
                  <a:pt x="1880492" y="79288"/>
                </a:cubicBezTo>
                <a:close/>
              </a:path>
            </a:pathLst>
          </a:custGeom>
        </p:spPr>
        <p:txBody>
          <a:bodyPr wrap="square">
            <a:noAutofit/>
          </a:bodyPr>
          <a:lstStyle>
            <a:lvl1pPr>
              <a:defRPr sz="2247">
                <a:solidFill>
                  <a:srgbClr val="00B0F0"/>
                </a:solidFill>
              </a:defRPr>
            </a:lvl1pPr>
          </a:lstStyle>
          <a:p>
            <a:r>
              <a:rPr lang="en-US"/>
              <a:t>Click icon to add picture</a:t>
            </a:r>
            <a:endParaRPr lang="id-ID"/>
          </a:p>
        </p:txBody>
      </p:sp>
    </p:spTree>
    <p:extLst>
      <p:ext uri="{BB962C8B-B14F-4D97-AF65-F5344CB8AC3E}">
        <p14:creationId xmlns:p14="http://schemas.microsoft.com/office/powerpoint/2010/main" val="255943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84" Type="http://schemas.openxmlformats.org/officeDocument/2006/relationships/slideLayout" Target="../slideLayouts/slideLayout96.xml"/><Relationship Id="rId16" Type="http://schemas.openxmlformats.org/officeDocument/2006/relationships/slideLayout" Target="../slideLayouts/slideLayout28.xml"/><Relationship Id="rId11" Type="http://schemas.openxmlformats.org/officeDocument/2006/relationships/slideLayout" Target="../slideLayouts/slideLayout23.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74" Type="http://schemas.openxmlformats.org/officeDocument/2006/relationships/slideLayout" Target="../slideLayouts/slideLayout86.xml"/><Relationship Id="rId79" Type="http://schemas.openxmlformats.org/officeDocument/2006/relationships/slideLayout" Target="../slideLayouts/slideLayout91.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56" Type="http://schemas.openxmlformats.org/officeDocument/2006/relationships/slideLayout" Target="../slideLayouts/slideLayout68.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77" Type="http://schemas.openxmlformats.org/officeDocument/2006/relationships/slideLayout" Target="../slideLayouts/slideLayout89.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80" Type="http://schemas.openxmlformats.org/officeDocument/2006/relationships/slideLayout" Target="../slideLayouts/slideLayout92.xml"/><Relationship Id="rId85" Type="http://schemas.openxmlformats.org/officeDocument/2006/relationships/theme" Target="../theme/theme2.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59" Type="http://schemas.openxmlformats.org/officeDocument/2006/relationships/slideLayout" Target="../slideLayouts/slideLayout71.xml"/><Relationship Id="rId67" Type="http://schemas.openxmlformats.org/officeDocument/2006/relationships/slideLayout" Target="../slideLayouts/slideLayout79.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slideLayout" Target="../slideLayouts/slideLayout66.xml"/><Relationship Id="rId62" Type="http://schemas.openxmlformats.org/officeDocument/2006/relationships/slideLayout" Target="../slideLayouts/slideLayout74.xml"/><Relationship Id="rId70" Type="http://schemas.openxmlformats.org/officeDocument/2006/relationships/slideLayout" Target="../slideLayouts/slideLayout82.xml"/><Relationship Id="rId75" Type="http://schemas.openxmlformats.org/officeDocument/2006/relationships/slideLayout" Target="../slideLayouts/slideLayout87.xml"/><Relationship Id="rId83" Type="http://schemas.openxmlformats.org/officeDocument/2006/relationships/slideLayout" Target="../slideLayouts/slideLayout95.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slideLayout" Target="../slideLayouts/slideLayout85.xml"/><Relationship Id="rId78" Type="http://schemas.openxmlformats.org/officeDocument/2006/relationships/slideLayout" Target="../slideLayouts/slideLayout90.xml"/><Relationship Id="rId81" Type="http://schemas.openxmlformats.org/officeDocument/2006/relationships/slideLayout" Target="../slideLayouts/slideLayout9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slideLayout" Target="../slideLayouts/slideLayout88.xml"/><Relationship Id="rId7" Type="http://schemas.openxmlformats.org/officeDocument/2006/relationships/slideLayout" Target="../slideLayouts/slideLayout19.xml"/><Relationship Id="rId71" Type="http://schemas.openxmlformats.org/officeDocument/2006/relationships/slideLayout" Target="../slideLayouts/slideLayout83.xml"/><Relationship Id="rId2" Type="http://schemas.openxmlformats.org/officeDocument/2006/relationships/slideLayout" Target="../slideLayouts/slideLayout14.xml"/><Relationship Id="rId29" Type="http://schemas.openxmlformats.org/officeDocument/2006/relationships/slideLayout" Target="../slideLayouts/slideLayout41.xml"/><Relationship Id="rId24" Type="http://schemas.openxmlformats.org/officeDocument/2006/relationships/slideLayout" Target="../slideLayouts/slideLayout36.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66" Type="http://schemas.openxmlformats.org/officeDocument/2006/relationships/slideLayout" Target="../slideLayouts/slideLayout78.xml"/><Relationship Id="rId61" Type="http://schemas.openxmlformats.org/officeDocument/2006/relationships/slideLayout" Target="../slideLayouts/slideLayout73.xml"/><Relationship Id="rId82"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4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F5A91C7F-64B2-40BB-BFFC-BA8BECF8FCA9}" type="datetime1">
              <a:rPr lang="en-US" smtClean="0"/>
              <a:t>12/4/2025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58581EB7-3610-4912-BBC1-5BE42FA64E79}" type="slidenum">
              <a:rPr lang="en-US" smtClean="0"/>
              <a:t>‹#›</a:t>
            </a:fld>
            <a:endParaRPr lang="en-US"/>
          </a:p>
        </p:txBody>
      </p:sp>
    </p:spTree>
    <p:extLst>
      <p:ext uri="{BB962C8B-B14F-4D97-AF65-F5344CB8AC3E}">
        <p14:creationId xmlns:p14="http://schemas.microsoft.com/office/powerpoint/2010/main" val="29531612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Lst>
  <p:hf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databricks.com/glossary/medallion-architectur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bm.com/docs/en/cloud-paks/cp-data/5.0.x?topic=accelerators-ka-financial-services"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381000" y="1824381"/>
            <a:ext cx="14069219" cy="4897816"/>
            <a:chOff x="-412749" y="0"/>
            <a:chExt cx="18758958" cy="6530422"/>
          </a:xfrm>
        </p:grpSpPr>
        <p:sp>
          <p:nvSpPr>
            <p:cNvPr id="4" name="Freeform 4"/>
            <p:cNvSpPr/>
            <p:nvPr/>
          </p:nvSpPr>
          <p:spPr>
            <a:xfrm>
              <a:off x="0" y="0"/>
              <a:ext cx="18346209" cy="6530422"/>
            </a:xfrm>
            <a:custGeom>
              <a:avLst/>
              <a:gdLst/>
              <a:ahLst/>
              <a:cxnLst/>
              <a:rect l="l" t="t" r="r" b="b"/>
              <a:pathLst>
                <a:path w="18346209" h="6530422">
                  <a:moveTo>
                    <a:pt x="0" y="0"/>
                  </a:moveTo>
                  <a:lnTo>
                    <a:pt x="18346209" y="0"/>
                  </a:lnTo>
                  <a:lnTo>
                    <a:pt x="18346209" y="6530422"/>
                  </a:lnTo>
                  <a:lnTo>
                    <a:pt x="0" y="6530422"/>
                  </a:lnTo>
                  <a:close/>
                </a:path>
              </a:pathLst>
            </a:custGeom>
            <a:solidFill>
              <a:srgbClr val="000000">
                <a:alpha val="0"/>
              </a:srgbClr>
            </a:solidFill>
          </p:spPr>
          <p:txBody>
            <a:bodyPr/>
            <a:lstStyle/>
            <a:p>
              <a:endParaRPr lang="en-US"/>
            </a:p>
          </p:txBody>
        </p:sp>
        <p:sp>
          <p:nvSpPr>
            <p:cNvPr id="5" name="TextBox 5"/>
            <p:cNvSpPr txBox="1"/>
            <p:nvPr/>
          </p:nvSpPr>
          <p:spPr>
            <a:xfrm>
              <a:off x="-412749" y="1552347"/>
              <a:ext cx="18346209" cy="3425728"/>
            </a:xfrm>
            <a:prstGeom prst="rect">
              <a:avLst/>
            </a:prstGeom>
          </p:spPr>
          <p:txBody>
            <a:bodyPr lIns="0" tIns="0" rIns="0" bIns="0" rtlCol="0" anchor="b"/>
            <a:lstStyle/>
            <a:p>
              <a:pPr algn="ctr">
                <a:lnSpc>
                  <a:spcPts val="8640"/>
                </a:lnSpc>
              </a:pPr>
              <a:r>
                <a:rPr lang="en-US" sz="8000" b="1">
                  <a:solidFill>
                    <a:srgbClr val="F2F2F2"/>
                  </a:solidFill>
                  <a:latin typeface="Calibri (MS) Bold"/>
                  <a:ea typeface="Calibri (MS) Bold"/>
                  <a:cs typeface="Calibri (MS) Bold"/>
                  <a:sym typeface="Calibri (MS) Bold"/>
                </a:rPr>
                <a:t>VIB-EDP </a:t>
              </a:r>
            </a:p>
            <a:p>
              <a:pPr algn="ctr">
                <a:lnSpc>
                  <a:spcPts val="8640"/>
                </a:lnSpc>
              </a:pPr>
              <a:r>
                <a:rPr lang="en-US" sz="8000" b="1" err="1">
                  <a:solidFill>
                    <a:srgbClr val="F2F2F2"/>
                  </a:solidFill>
                  <a:latin typeface="Calibri (MS) Bold"/>
                  <a:ea typeface="Calibri (MS) Bold"/>
                  <a:cs typeface="Calibri (MS) Bold"/>
                  <a:sym typeface="Calibri (MS) Bold"/>
                </a:rPr>
                <a:t>Thiết</a:t>
              </a:r>
              <a:r>
                <a:rPr lang="en-US" sz="8000" b="1">
                  <a:solidFill>
                    <a:srgbClr val="F2F2F2"/>
                  </a:solidFill>
                  <a:latin typeface="Calibri (MS) Bold"/>
                  <a:ea typeface="Calibri (MS) Bold"/>
                  <a:cs typeface="Calibri (MS) Bold"/>
                  <a:sym typeface="Calibri (MS) Bold"/>
                </a:rPr>
                <a:t> </a:t>
              </a:r>
              <a:r>
                <a:rPr lang="en-US" sz="8000" b="1" err="1">
                  <a:solidFill>
                    <a:srgbClr val="F2F2F2"/>
                  </a:solidFill>
                  <a:latin typeface="Calibri (MS) Bold"/>
                  <a:ea typeface="Calibri (MS) Bold"/>
                  <a:cs typeface="Calibri (MS) Bold"/>
                  <a:sym typeface="Calibri (MS) Bold"/>
                </a:rPr>
                <a:t>kế</a:t>
              </a:r>
              <a:r>
                <a:rPr lang="en-US" sz="8000" b="1">
                  <a:solidFill>
                    <a:srgbClr val="F2F2F2"/>
                  </a:solidFill>
                  <a:latin typeface="Calibri (MS) Bold"/>
                  <a:ea typeface="Calibri (MS) Bold"/>
                  <a:cs typeface="Calibri (MS) Bold"/>
                  <a:sym typeface="Calibri (MS) Bold"/>
                </a:rPr>
                <a:t> Data Model</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6" name="Rectangle 35">
            <a:extLst>
              <a:ext uri="{FF2B5EF4-FFF2-40B4-BE49-F238E27FC236}">
                <a16:creationId xmlns:a16="http://schemas.microsoft.com/office/drawing/2014/main" id="{1A34A15A-5BB0-A58E-FF51-4141C707A3CE}"/>
              </a:ext>
            </a:extLst>
          </p:cNvPr>
          <p:cNvSpPr/>
          <p:nvPr/>
        </p:nvSpPr>
        <p:spPr>
          <a:xfrm>
            <a:off x="984193" y="721040"/>
            <a:ext cx="3461347" cy="45719"/>
          </a:xfrm>
          <a:prstGeom prst="rect">
            <a:avLst/>
          </a:prstGeom>
          <a:solidFill>
            <a:sysClr val="window" lastClr="FFFFFF"/>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prstClr val="white"/>
              </a:solidFill>
              <a:effectLst/>
              <a:uLnTx/>
              <a:uFillTx/>
              <a:latin typeface="Trebuchet MS"/>
              <a:ea typeface="+mn-ea"/>
              <a:cs typeface="+mn-cs"/>
            </a:endParaRPr>
          </a:p>
        </p:txBody>
      </p:sp>
      <p:grpSp>
        <p:nvGrpSpPr>
          <p:cNvPr id="37" name="Group 36">
            <a:extLst>
              <a:ext uri="{FF2B5EF4-FFF2-40B4-BE49-F238E27FC236}">
                <a16:creationId xmlns:a16="http://schemas.microsoft.com/office/drawing/2014/main" id="{ABD1B893-98E7-4A9F-95A5-C95033959F03}"/>
              </a:ext>
            </a:extLst>
          </p:cNvPr>
          <p:cNvGrpSpPr/>
          <p:nvPr/>
        </p:nvGrpSpPr>
        <p:grpSpPr>
          <a:xfrm>
            <a:off x="1311489" y="1795316"/>
            <a:ext cx="457200" cy="457200"/>
            <a:chOff x="2801566" y="2354093"/>
            <a:chExt cx="457200" cy="457200"/>
          </a:xfrm>
          <a:solidFill>
            <a:schemeClr val="accent3"/>
          </a:solidFill>
        </p:grpSpPr>
        <p:sp>
          <p:nvSpPr>
            <p:cNvPr id="38" name="Oval 37">
              <a:extLst>
                <a:ext uri="{FF2B5EF4-FFF2-40B4-BE49-F238E27FC236}">
                  <a16:creationId xmlns:a16="http://schemas.microsoft.com/office/drawing/2014/main" id="{F3E0B804-ACAC-3575-61C0-B47BA73507DC}"/>
                </a:ext>
              </a:extLst>
            </p:cNvPr>
            <p:cNvSpPr/>
            <p:nvPr/>
          </p:nvSpPr>
          <p:spPr>
            <a:xfrm>
              <a:off x="2801566" y="2354093"/>
              <a:ext cx="457200" cy="457200"/>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x-none" sz="2400" b="0" i="0" u="none" strike="noStrike" kern="0" cap="none" spc="0" normalizeH="0" baseline="0" noProof="0">
                <a:ln>
                  <a:noFill/>
                </a:ln>
                <a:solidFill>
                  <a:prstClr val="white"/>
                </a:solidFill>
                <a:effectLst/>
                <a:uLnTx/>
                <a:uFillTx/>
                <a:latin typeface="Trebuchet MS"/>
                <a:ea typeface="+mn-ea"/>
                <a:cs typeface="+mn-cs"/>
              </a:endParaRPr>
            </a:p>
          </p:txBody>
        </p:sp>
        <p:sp>
          <p:nvSpPr>
            <p:cNvPr id="39" name="Oval 38">
              <a:extLst>
                <a:ext uri="{FF2B5EF4-FFF2-40B4-BE49-F238E27FC236}">
                  <a16:creationId xmlns:a16="http://schemas.microsoft.com/office/drawing/2014/main" id="{102813E1-6891-F255-4BCA-452C6A76C93C}"/>
                </a:ext>
              </a:extLst>
            </p:cNvPr>
            <p:cNvSpPr/>
            <p:nvPr/>
          </p:nvSpPr>
          <p:spPr>
            <a:xfrm>
              <a:off x="2838855" y="2391382"/>
              <a:ext cx="382621" cy="382621"/>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x-none"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1</a:t>
              </a:r>
            </a:p>
          </p:txBody>
        </p:sp>
      </p:grpSp>
      <p:grpSp>
        <p:nvGrpSpPr>
          <p:cNvPr id="40" name="Group 39">
            <a:extLst>
              <a:ext uri="{FF2B5EF4-FFF2-40B4-BE49-F238E27FC236}">
                <a16:creationId xmlns:a16="http://schemas.microsoft.com/office/drawing/2014/main" id="{D82BBEBF-4607-3E97-1D78-472E7BDE1380}"/>
              </a:ext>
            </a:extLst>
          </p:cNvPr>
          <p:cNvGrpSpPr/>
          <p:nvPr/>
        </p:nvGrpSpPr>
        <p:grpSpPr>
          <a:xfrm>
            <a:off x="1311489" y="2428539"/>
            <a:ext cx="457200" cy="457200"/>
            <a:chOff x="2801566" y="2354093"/>
            <a:chExt cx="457200" cy="457200"/>
          </a:xfrm>
          <a:solidFill>
            <a:schemeClr val="accent3"/>
          </a:solidFill>
        </p:grpSpPr>
        <p:sp>
          <p:nvSpPr>
            <p:cNvPr id="41" name="Oval 40">
              <a:extLst>
                <a:ext uri="{FF2B5EF4-FFF2-40B4-BE49-F238E27FC236}">
                  <a16:creationId xmlns:a16="http://schemas.microsoft.com/office/drawing/2014/main" id="{6CC3370C-F58E-FF04-881F-A3CD317F77EC}"/>
                </a:ext>
              </a:extLst>
            </p:cNvPr>
            <p:cNvSpPr/>
            <p:nvPr/>
          </p:nvSpPr>
          <p:spPr>
            <a:xfrm>
              <a:off x="2801566" y="2354093"/>
              <a:ext cx="457200" cy="457200"/>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x-none" sz="2400" b="0" i="0" u="none" strike="noStrike" kern="0" cap="none" spc="0" normalizeH="0" baseline="0" noProof="0">
                <a:ln>
                  <a:noFill/>
                </a:ln>
                <a:solidFill>
                  <a:prstClr val="white"/>
                </a:solidFill>
                <a:effectLst/>
                <a:uLnTx/>
                <a:uFillTx/>
                <a:latin typeface="Trebuchet MS"/>
                <a:ea typeface="+mn-ea"/>
                <a:cs typeface="+mn-cs"/>
              </a:endParaRPr>
            </a:p>
          </p:txBody>
        </p:sp>
        <p:sp>
          <p:nvSpPr>
            <p:cNvPr id="42" name="Oval 41">
              <a:extLst>
                <a:ext uri="{FF2B5EF4-FFF2-40B4-BE49-F238E27FC236}">
                  <a16:creationId xmlns:a16="http://schemas.microsoft.com/office/drawing/2014/main" id="{7EC550D6-700E-A54B-5F4D-DC8871F62EF7}"/>
                </a:ext>
              </a:extLst>
            </p:cNvPr>
            <p:cNvSpPr/>
            <p:nvPr/>
          </p:nvSpPr>
          <p:spPr>
            <a:xfrm>
              <a:off x="2838855" y="2391382"/>
              <a:ext cx="382621" cy="382621"/>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x-none"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2</a:t>
              </a:r>
            </a:p>
          </p:txBody>
        </p:sp>
      </p:grpSp>
      <p:grpSp>
        <p:nvGrpSpPr>
          <p:cNvPr id="43" name="Group 42">
            <a:extLst>
              <a:ext uri="{FF2B5EF4-FFF2-40B4-BE49-F238E27FC236}">
                <a16:creationId xmlns:a16="http://schemas.microsoft.com/office/drawing/2014/main" id="{62374CEC-F160-B003-4640-A86DC4429F28}"/>
              </a:ext>
            </a:extLst>
          </p:cNvPr>
          <p:cNvGrpSpPr/>
          <p:nvPr/>
        </p:nvGrpSpPr>
        <p:grpSpPr>
          <a:xfrm>
            <a:off x="1311489" y="3089472"/>
            <a:ext cx="457200" cy="457200"/>
            <a:chOff x="2801566" y="2354093"/>
            <a:chExt cx="457200" cy="457200"/>
          </a:xfrm>
          <a:solidFill>
            <a:schemeClr val="accent3"/>
          </a:solidFill>
        </p:grpSpPr>
        <p:sp>
          <p:nvSpPr>
            <p:cNvPr id="44" name="Oval 43">
              <a:extLst>
                <a:ext uri="{FF2B5EF4-FFF2-40B4-BE49-F238E27FC236}">
                  <a16:creationId xmlns:a16="http://schemas.microsoft.com/office/drawing/2014/main" id="{F830031E-9FAE-83F1-E69C-8F1D02FB29FF}"/>
                </a:ext>
              </a:extLst>
            </p:cNvPr>
            <p:cNvSpPr/>
            <p:nvPr/>
          </p:nvSpPr>
          <p:spPr>
            <a:xfrm>
              <a:off x="2801566" y="2354093"/>
              <a:ext cx="457200" cy="457200"/>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x-none" sz="2400" b="0" i="0" u="none" strike="noStrike" kern="0" cap="none" spc="0" normalizeH="0" baseline="0" noProof="0">
                <a:ln>
                  <a:noFill/>
                </a:ln>
                <a:solidFill>
                  <a:prstClr val="white"/>
                </a:solidFill>
                <a:effectLst/>
                <a:uLnTx/>
                <a:uFillTx/>
                <a:latin typeface="Trebuchet MS"/>
                <a:ea typeface="+mn-ea"/>
                <a:cs typeface="+mn-cs"/>
              </a:endParaRPr>
            </a:p>
          </p:txBody>
        </p:sp>
        <p:sp>
          <p:nvSpPr>
            <p:cNvPr id="45" name="Oval 44">
              <a:extLst>
                <a:ext uri="{FF2B5EF4-FFF2-40B4-BE49-F238E27FC236}">
                  <a16:creationId xmlns:a16="http://schemas.microsoft.com/office/drawing/2014/main" id="{E978E5E9-DDED-5709-A7E4-C0881A7B2721}"/>
                </a:ext>
              </a:extLst>
            </p:cNvPr>
            <p:cNvSpPr/>
            <p:nvPr/>
          </p:nvSpPr>
          <p:spPr>
            <a:xfrm>
              <a:off x="2838855" y="2391382"/>
              <a:ext cx="382621" cy="382621"/>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x-none"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3</a:t>
              </a:r>
            </a:p>
          </p:txBody>
        </p:sp>
      </p:grpSp>
      <p:sp>
        <p:nvSpPr>
          <p:cNvPr id="47" name="TextBox 46">
            <a:extLst>
              <a:ext uri="{FF2B5EF4-FFF2-40B4-BE49-F238E27FC236}">
                <a16:creationId xmlns:a16="http://schemas.microsoft.com/office/drawing/2014/main" id="{E42C7F84-EB6F-1747-4D64-895468508F90}"/>
              </a:ext>
            </a:extLst>
          </p:cNvPr>
          <p:cNvSpPr txBox="1"/>
          <p:nvPr/>
        </p:nvSpPr>
        <p:spPr>
          <a:xfrm>
            <a:off x="2514600" y="463054"/>
            <a:ext cx="10534982" cy="584775"/>
          </a:xfrm>
          <a:prstGeom prst="rect">
            <a:avLst/>
          </a:prstGeom>
          <a:solidFill>
            <a:schemeClr val="accent3"/>
          </a:solidFill>
        </p:spPr>
        <p:txBody>
          <a:bodyPr wrap="square" rtlCol="0">
            <a:spAutoFit/>
          </a:bodyPr>
          <a:lstStyle/>
          <a:p>
            <a:r>
              <a:rPr lang="x-none" sz="3200" b="1">
                <a:solidFill>
                  <a:schemeClr val="bg1"/>
                </a:solidFill>
                <a:latin typeface="Arial" panose="020B0604020202020204" pitchFamily="34" charset="0"/>
                <a:cs typeface="Arial" panose="020B0604020202020204" pitchFamily="34" charset="0"/>
              </a:rPr>
              <a:t>NỘI DUNG CHÍNH</a:t>
            </a:r>
          </a:p>
        </p:txBody>
      </p:sp>
      <p:sp>
        <p:nvSpPr>
          <p:cNvPr id="48" name="TextBox 47">
            <a:extLst>
              <a:ext uri="{FF2B5EF4-FFF2-40B4-BE49-F238E27FC236}">
                <a16:creationId xmlns:a16="http://schemas.microsoft.com/office/drawing/2014/main" id="{55953778-0604-DC22-8B5C-8BFD3AA17474}"/>
              </a:ext>
            </a:extLst>
          </p:cNvPr>
          <p:cNvSpPr txBox="1"/>
          <p:nvPr/>
        </p:nvSpPr>
        <p:spPr>
          <a:xfrm>
            <a:off x="1917724" y="3005900"/>
            <a:ext cx="5032147" cy="584775"/>
          </a:xfrm>
          <a:prstGeom prst="rect">
            <a:avLst/>
          </a:prstGeom>
          <a:noFill/>
        </p:spPr>
        <p:txBody>
          <a:bodyPr wrap="none" lIns="91440" tIns="45720" rIns="91440" bIns="45720" rtlCol="0" anchor="t">
            <a:spAutoFit/>
          </a:bodyPr>
          <a:lstStyle/>
          <a:p>
            <a:r>
              <a:rPr lang="vi-VN" sz="3200">
                <a:latin typeface="Arial"/>
                <a:cs typeface="Arial"/>
              </a:rPr>
              <a:t>Phương pháp luận thiết kế</a:t>
            </a:r>
          </a:p>
        </p:txBody>
      </p:sp>
      <p:grpSp>
        <p:nvGrpSpPr>
          <p:cNvPr id="49" name="Group 48">
            <a:extLst>
              <a:ext uri="{FF2B5EF4-FFF2-40B4-BE49-F238E27FC236}">
                <a16:creationId xmlns:a16="http://schemas.microsoft.com/office/drawing/2014/main" id="{9FB8CB39-CFD7-62CC-DBDE-E11B8B02EF44}"/>
              </a:ext>
            </a:extLst>
          </p:cNvPr>
          <p:cNvGrpSpPr/>
          <p:nvPr/>
        </p:nvGrpSpPr>
        <p:grpSpPr>
          <a:xfrm>
            <a:off x="1314805" y="3780227"/>
            <a:ext cx="457200" cy="457200"/>
            <a:chOff x="2801566" y="2354093"/>
            <a:chExt cx="457200" cy="457200"/>
          </a:xfrm>
          <a:solidFill>
            <a:schemeClr val="accent3"/>
          </a:solidFill>
        </p:grpSpPr>
        <p:sp>
          <p:nvSpPr>
            <p:cNvPr id="50" name="Oval 49">
              <a:extLst>
                <a:ext uri="{FF2B5EF4-FFF2-40B4-BE49-F238E27FC236}">
                  <a16:creationId xmlns:a16="http://schemas.microsoft.com/office/drawing/2014/main" id="{8F687952-8AA7-E9A2-88CD-2911348812C1}"/>
                </a:ext>
              </a:extLst>
            </p:cNvPr>
            <p:cNvSpPr/>
            <p:nvPr/>
          </p:nvSpPr>
          <p:spPr>
            <a:xfrm>
              <a:off x="2801566" y="2354093"/>
              <a:ext cx="457200" cy="457200"/>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x-none" sz="2400" b="0" i="0" u="none" strike="noStrike" kern="0" cap="none" spc="0" normalizeH="0" baseline="0" noProof="0">
                <a:ln>
                  <a:noFill/>
                </a:ln>
                <a:solidFill>
                  <a:prstClr val="white"/>
                </a:solidFill>
                <a:effectLst/>
                <a:uLnTx/>
                <a:uFillTx/>
                <a:latin typeface="Trebuchet MS"/>
                <a:ea typeface="+mn-ea"/>
                <a:cs typeface="+mn-cs"/>
              </a:endParaRPr>
            </a:p>
          </p:txBody>
        </p:sp>
        <p:sp>
          <p:nvSpPr>
            <p:cNvPr id="51" name="Oval 50">
              <a:extLst>
                <a:ext uri="{FF2B5EF4-FFF2-40B4-BE49-F238E27FC236}">
                  <a16:creationId xmlns:a16="http://schemas.microsoft.com/office/drawing/2014/main" id="{404675B7-A94F-A22A-B5EB-74E2D8CE435E}"/>
                </a:ext>
              </a:extLst>
            </p:cNvPr>
            <p:cNvSpPr/>
            <p:nvPr/>
          </p:nvSpPr>
          <p:spPr>
            <a:xfrm>
              <a:off x="2838855" y="2391382"/>
              <a:ext cx="382621" cy="382621"/>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4</a:t>
              </a:r>
              <a:endParaRPr kumimoji="0" lang="x-none"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52" name="TextBox 51">
            <a:extLst>
              <a:ext uri="{FF2B5EF4-FFF2-40B4-BE49-F238E27FC236}">
                <a16:creationId xmlns:a16="http://schemas.microsoft.com/office/drawing/2014/main" id="{16508ACD-0455-9BB7-CC5F-903C9E56A6A1}"/>
              </a:ext>
            </a:extLst>
          </p:cNvPr>
          <p:cNvSpPr txBox="1"/>
          <p:nvPr/>
        </p:nvSpPr>
        <p:spPr>
          <a:xfrm>
            <a:off x="1916770" y="2366891"/>
            <a:ext cx="5102679" cy="584775"/>
          </a:xfrm>
          <a:prstGeom prst="rect">
            <a:avLst/>
          </a:prstGeom>
          <a:noFill/>
        </p:spPr>
        <p:txBody>
          <a:bodyPr wrap="none" lIns="91440" tIns="45720" rIns="91440" bIns="45720" rtlCol="0" anchor="t">
            <a:spAutoFit/>
          </a:bodyPr>
          <a:lstStyle/>
          <a:p>
            <a:r>
              <a:rPr lang="vi-VN" sz="3200">
                <a:latin typeface="Arial"/>
                <a:cs typeface="Arial"/>
              </a:rPr>
              <a:t>Phương án tổ chức dữ liệu</a:t>
            </a:r>
          </a:p>
        </p:txBody>
      </p:sp>
      <p:grpSp>
        <p:nvGrpSpPr>
          <p:cNvPr id="53" name="Group 52">
            <a:extLst>
              <a:ext uri="{FF2B5EF4-FFF2-40B4-BE49-F238E27FC236}">
                <a16:creationId xmlns:a16="http://schemas.microsoft.com/office/drawing/2014/main" id="{98826719-9FF1-37F9-228B-A7430BC46EF6}"/>
              </a:ext>
            </a:extLst>
          </p:cNvPr>
          <p:cNvGrpSpPr/>
          <p:nvPr/>
        </p:nvGrpSpPr>
        <p:grpSpPr>
          <a:xfrm>
            <a:off x="1311488" y="4511675"/>
            <a:ext cx="457200" cy="457200"/>
            <a:chOff x="2801566" y="2354093"/>
            <a:chExt cx="457200" cy="457200"/>
          </a:xfrm>
          <a:solidFill>
            <a:schemeClr val="accent3"/>
          </a:solidFill>
        </p:grpSpPr>
        <p:sp>
          <p:nvSpPr>
            <p:cNvPr id="54" name="Oval 53">
              <a:extLst>
                <a:ext uri="{FF2B5EF4-FFF2-40B4-BE49-F238E27FC236}">
                  <a16:creationId xmlns:a16="http://schemas.microsoft.com/office/drawing/2014/main" id="{0D91721D-A4EF-917F-233E-996F0828E69A}"/>
                </a:ext>
              </a:extLst>
            </p:cNvPr>
            <p:cNvSpPr/>
            <p:nvPr/>
          </p:nvSpPr>
          <p:spPr>
            <a:xfrm>
              <a:off x="2801566" y="2354093"/>
              <a:ext cx="457200" cy="457200"/>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x-none" sz="2400" b="0" i="0" u="none" strike="noStrike" kern="0" cap="none" spc="0" normalizeH="0" baseline="0" noProof="0">
                <a:ln>
                  <a:noFill/>
                </a:ln>
                <a:solidFill>
                  <a:prstClr val="white"/>
                </a:solidFill>
                <a:effectLst/>
                <a:uLnTx/>
                <a:uFillTx/>
                <a:latin typeface="Trebuchet MS"/>
                <a:ea typeface="+mn-ea"/>
                <a:cs typeface="+mn-cs"/>
              </a:endParaRPr>
            </a:p>
          </p:txBody>
        </p:sp>
        <p:sp>
          <p:nvSpPr>
            <p:cNvPr id="55" name="Oval 54">
              <a:extLst>
                <a:ext uri="{FF2B5EF4-FFF2-40B4-BE49-F238E27FC236}">
                  <a16:creationId xmlns:a16="http://schemas.microsoft.com/office/drawing/2014/main" id="{3888D845-4B4E-D716-8B6F-997F71D582E2}"/>
                </a:ext>
              </a:extLst>
            </p:cNvPr>
            <p:cNvSpPr/>
            <p:nvPr/>
          </p:nvSpPr>
          <p:spPr>
            <a:xfrm>
              <a:off x="2838855" y="2391382"/>
              <a:ext cx="382621" cy="382621"/>
            </a:xfrm>
            <a:prstGeom prst="ellipse">
              <a:avLst/>
            </a:prstGeom>
            <a:grpFill/>
            <a:ln w="10795" cap="flat" cmpd="sng" algn="ctr">
              <a:no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5</a:t>
              </a:r>
              <a:endParaRPr kumimoji="0" lang="x-none" sz="24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56" name="TextBox 55">
            <a:extLst>
              <a:ext uri="{FF2B5EF4-FFF2-40B4-BE49-F238E27FC236}">
                <a16:creationId xmlns:a16="http://schemas.microsoft.com/office/drawing/2014/main" id="{D6766A86-DC0F-8DD1-3000-78CCAA2E34DE}"/>
              </a:ext>
            </a:extLst>
          </p:cNvPr>
          <p:cNvSpPr txBox="1"/>
          <p:nvPr/>
        </p:nvSpPr>
        <p:spPr>
          <a:xfrm>
            <a:off x="1912612" y="3728095"/>
            <a:ext cx="6947736" cy="584775"/>
          </a:xfrm>
          <a:prstGeom prst="rect">
            <a:avLst/>
          </a:prstGeom>
          <a:noFill/>
        </p:spPr>
        <p:txBody>
          <a:bodyPr wrap="none" rtlCol="0">
            <a:spAutoFit/>
          </a:bodyPr>
          <a:lstStyle/>
          <a:p>
            <a:r>
              <a:rPr lang="en-US" sz="3200">
                <a:latin typeface="Arial" panose="020B0604020202020204" pitchFamily="34" charset="0"/>
                <a:cs typeface="Arial" panose="020B0604020202020204" pitchFamily="34" charset="0"/>
              </a:rPr>
              <a:t>Áp dụng triển khai thực tế (Minh họa)</a:t>
            </a:r>
          </a:p>
        </p:txBody>
      </p:sp>
      <p:sp>
        <p:nvSpPr>
          <p:cNvPr id="60" name="TextBox 59">
            <a:extLst>
              <a:ext uri="{FF2B5EF4-FFF2-40B4-BE49-F238E27FC236}">
                <a16:creationId xmlns:a16="http://schemas.microsoft.com/office/drawing/2014/main" id="{C49635A4-12C4-7DA5-934E-7FB00B1CB338}"/>
              </a:ext>
            </a:extLst>
          </p:cNvPr>
          <p:cNvSpPr txBox="1"/>
          <p:nvPr/>
        </p:nvSpPr>
        <p:spPr>
          <a:xfrm>
            <a:off x="1915642" y="1709903"/>
            <a:ext cx="2188420" cy="584775"/>
          </a:xfrm>
          <a:prstGeom prst="rect">
            <a:avLst/>
          </a:prstGeom>
          <a:noFill/>
        </p:spPr>
        <p:txBody>
          <a:bodyPr wrap="none" lIns="91440" tIns="45720" rIns="91440" bIns="45720" rtlCol="0" anchor="t">
            <a:spAutoFit/>
          </a:bodyPr>
          <a:lstStyle/>
          <a:p>
            <a:r>
              <a:rPr lang="en-US" sz="3200">
                <a:latin typeface="Arial"/>
                <a:cs typeface="Arial"/>
              </a:rPr>
              <a:t>Data Layer</a:t>
            </a:r>
            <a:endParaRPr lang="en-US" sz="2400">
              <a:latin typeface="Arial"/>
            </a:endParaRPr>
          </a:p>
        </p:txBody>
      </p:sp>
      <p:sp>
        <p:nvSpPr>
          <p:cNvPr id="64" name="TextBox 63">
            <a:extLst>
              <a:ext uri="{FF2B5EF4-FFF2-40B4-BE49-F238E27FC236}">
                <a16:creationId xmlns:a16="http://schemas.microsoft.com/office/drawing/2014/main" id="{7AC630E5-2937-715C-302A-9C2E82BA9DE4}"/>
              </a:ext>
            </a:extLst>
          </p:cNvPr>
          <p:cNvSpPr txBox="1"/>
          <p:nvPr/>
        </p:nvSpPr>
        <p:spPr>
          <a:xfrm>
            <a:off x="1915605" y="4441346"/>
            <a:ext cx="1051891" cy="584775"/>
          </a:xfrm>
          <a:prstGeom prst="rect">
            <a:avLst/>
          </a:prstGeom>
          <a:noFill/>
        </p:spPr>
        <p:txBody>
          <a:bodyPr wrap="none" rtlCol="0">
            <a:spAutoFit/>
          </a:bodyPr>
          <a:lstStyle/>
          <a:p>
            <a:r>
              <a:rPr lang="en-US" sz="3200">
                <a:latin typeface="Arial" panose="020B0604020202020204" pitchFamily="34" charset="0"/>
                <a:cs typeface="Arial" panose="020B0604020202020204" pitchFamily="34" charset="0"/>
              </a:rPr>
              <a:t>Q&amp;A</a:t>
            </a:r>
            <a:endParaRPr lang="vi-VN" sz="3200">
              <a:cs typeface="Arial" panose="020B060402020202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2BFA3-D9FB-7ACC-8B64-4D2F8EB36C8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05F6B1-FB4B-E86D-5832-9A2A4F018E8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4" name="Freeform 4">
            <a:extLst>
              <a:ext uri="{FF2B5EF4-FFF2-40B4-BE49-F238E27FC236}">
                <a16:creationId xmlns:a16="http://schemas.microsoft.com/office/drawing/2014/main" id="{50EF1F37-8EDB-0749-2DF3-1AD5302049F2}"/>
              </a:ext>
            </a:extLst>
          </p:cNvPr>
          <p:cNvSpPr/>
          <p:nvPr/>
        </p:nvSpPr>
        <p:spPr>
          <a:xfrm>
            <a:off x="2269977" y="0"/>
            <a:ext cx="13592324" cy="1075639"/>
          </a:xfrm>
          <a:custGeom>
            <a:avLst/>
            <a:gdLst/>
            <a:ahLst/>
            <a:cxnLst/>
            <a:rect l="l" t="t" r="r" b="b"/>
            <a:pathLst>
              <a:path w="18123098" h="1434186">
                <a:moveTo>
                  <a:pt x="0" y="0"/>
                </a:moveTo>
                <a:lnTo>
                  <a:pt x="18123098" y="0"/>
                </a:lnTo>
                <a:lnTo>
                  <a:pt x="18123098" y="1434186"/>
                </a:lnTo>
                <a:lnTo>
                  <a:pt x="0" y="1434186"/>
                </a:lnTo>
                <a:close/>
              </a:path>
            </a:pathLst>
          </a:custGeom>
          <a:solidFill>
            <a:srgbClr val="000000">
              <a:alpha val="0"/>
            </a:srgbClr>
          </a:solidFill>
        </p:spPr>
        <p:txBody>
          <a:bodyPr/>
          <a:lstStyle/>
          <a:p>
            <a:endParaRPr lang="en-US"/>
          </a:p>
        </p:txBody>
      </p:sp>
      <p:sp>
        <p:nvSpPr>
          <p:cNvPr id="8" name="TextBox 7">
            <a:extLst>
              <a:ext uri="{FF2B5EF4-FFF2-40B4-BE49-F238E27FC236}">
                <a16:creationId xmlns:a16="http://schemas.microsoft.com/office/drawing/2014/main" id="{2D6DBA3E-C709-EB4D-5CC2-EA853B77EEAD}"/>
              </a:ext>
            </a:extLst>
          </p:cNvPr>
          <p:cNvSpPr txBox="1"/>
          <p:nvPr/>
        </p:nvSpPr>
        <p:spPr>
          <a:xfrm>
            <a:off x="1295400" y="3467100"/>
            <a:ext cx="15849600" cy="1195199"/>
          </a:xfrm>
          <a:prstGeom prst="rect">
            <a:avLst/>
          </a:prstGeom>
          <a:noFill/>
        </p:spPr>
        <p:txBody>
          <a:bodyPr wrap="square" lIns="91440" tIns="45720" rIns="91440" bIns="45720" anchor="t">
            <a:spAutoFit/>
          </a:bodyPr>
          <a:lstStyle/>
          <a:p>
            <a:pPr algn="ctr">
              <a:lnSpc>
                <a:spcPts val="8640"/>
              </a:lnSpc>
            </a:pPr>
            <a:r>
              <a:rPr lang="en-US" sz="8000" b="1">
                <a:solidFill>
                  <a:schemeClr val="accent3">
                    <a:lumMod val="75000"/>
                  </a:schemeClr>
                </a:solidFill>
                <a:latin typeface="Calibri (MS) Bold"/>
                <a:ea typeface="+mn-lt"/>
                <a:cs typeface="Calibri (MS) Bold"/>
                <a:sym typeface="Calibri (MS) Bold"/>
              </a:rPr>
              <a:t>1. Data Layer</a:t>
            </a:r>
            <a:endParaRPr lang="en-US" sz="8000" b="1">
              <a:solidFill>
                <a:schemeClr val="accent3">
                  <a:lumMod val="75000"/>
                </a:schemeClr>
              </a:solidFill>
              <a:latin typeface="Calibri (MS) Bold"/>
              <a:ea typeface="Calibri"/>
              <a:cs typeface="Calibri (MS) Bold"/>
            </a:endParaRPr>
          </a:p>
        </p:txBody>
      </p:sp>
    </p:spTree>
    <p:extLst>
      <p:ext uri="{BB962C8B-B14F-4D97-AF65-F5344CB8AC3E}">
        <p14:creationId xmlns:p14="http://schemas.microsoft.com/office/powerpoint/2010/main" val="140269387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D90A-1AFA-6DF6-0035-30C844E077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515E03-897D-5FF9-CCED-66F4B817090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a:extLst>
              <a:ext uri="{FF2B5EF4-FFF2-40B4-BE49-F238E27FC236}">
                <a16:creationId xmlns:a16="http://schemas.microsoft.com/office/drawing/2014/main" id="{4E8C7942-DA43-B185-90B8-1F0351AFDD8B}"/>
              </a:ext>
            </a:extLst>
          </p:cNvPr>
          <p:cNvGrpSpPr/>
          <p:nvPr/>
        </p:nvGrpSpPr>
        <p:grpSpPr>
          <a:xfrm>
            <a:off x="1905000" y="266700"/>
            <a:ext cx="14249400" cy="808939"/>
            <a:chOff x="-486636" y="0"/>
            <a:chExt cx="18609734" cy="1434186"/>
          </a:xfrm>
        </p:grpSpPr>
        <p:sp>
          <p:nvSpPr>
            <p:cNvPr id="4" name="Freeform 4">
              <a:extLst>
                <a:ext uri="{FF2B5EF4-FFF2-40B4-BE49-F238E27FC236}">
                  <a16:creationId xmlns:a16="http://schemas.microsoft.com/office/drawing/2014/main" id="{580299AE-D75B-76FA-EE3F-1F8FA065AD36}"/>
                </a:ext>
              </a:extLst>
            </p:cNvPr>
            <p:cNvSpPr/>
            <p:nvPr/>
          </p:nvSpPr>
          <p:spPr>
            <a:xfrm>
              <a:off x="0" y="0"/>
              <a:ext cx="18123098" cy="1434186"/>
            </a:xfrm>
            <a:custGeom>
              <a:avLst/>
              <a:gdLst/>
              <a:ahLst/>
              <a:cxnLst/>
              <a:rect l="l" t="t" r="r" b="b"/>
              <a:pathLst>
                <a:path w="18123098" h="1434186">
                  <a:moveTo>
                    <a:pt x="0" y="0"/>
                  </a:moveTo>
                  <a:lnTo>
                    <a:pt x="18123098" y="0"/>
                  </a:lnTo>
                  <a:lnTo>
                    <a:pt x="18123098" y="1434186"/>
                  </a:lnTo>
                  <a:lnTo>
                    <a:pt x="0" y="1434186"/>
                  </a:lnTo>
                  <a:close/>
                </a:path>
              </a:pathLst>
            </a:custGeom>
            <a:solidFill>
              <a:srgbClr val="000000">
                <a:alpha val="0"/>
              </a:srgbClr>
            </a:solidFill>
          </p:spPr>
          <p:txBody>
            <a:bodyPr/>
            <a:lstStyle/>
            <a:p>
              <a:endParaRPr lang="en-US"/>
            </a:p>
          </p:txBody>
        </p:sp>
        <p:sp>
          <p:nvSpPr>
            <p:cNvPr id="5" name="TextBox 5">
              <a:extLst>
                <a:ext uri="{FF2B5EF4-FFF2-40B4-BE49-F238E27FC236}">
                  <a16:creationId xmlns:a16="http://schemas.microsoft.com/office/drawing/2014/main" id="{85ABF3E7-A375-9E27-C4FA-F37E60278763}"/>
                </a:ext>
              </a:extLst>
            </p:cNvPr>
            <p:cNvSpPr txBox="1"/>
            <p:nvPr/>
          </p:nvSpPr>
          <p:spPr>
            <a:xfrm>
              <a:off x="-486636" y="57149"/>
              <a:ext cx="18609734" cy="1377037"/>
            </a:xfrm>
            <a:prstGeom prst="rect">
              <a:avLst/>
            </a:prstGeom>
          </p:spPr>
          <p:txBody>
            <a:bodyPr lIns="0" tIns="0" rIns="0" bIns="0" rtlCol="0" anchor="ctr"/>
            <a:lstStyle/>
            <a:p>
              <a:pPr algn="ctr">
                <a:lnSpc>
                  <a:spcPts val="5832"/>
                </a:lnSpc>
              </a:pPr>
              <a:r>
                <a:rPr lang="en-US" sz="5400" b="1">
                  <a:solidFill>
                    <a:schemeClr val="accent3">
                      <a:lumMod val="75000"/>
                    </a:schemeClr>
                  </a:solidFill>
                  <a:latin typeface="Montserrat Bold"/>
                  <a:ea typeface="Montserrat Bold"/>
                  <a:cs typeface="Montserrat Bold"/>
                  <a:sym typeface="Montserrat Bold"/>
                </a:rPr>
                <a:t>Overall Architechture</a:t>
              </a:r>
              <a:endParaRPr lang="vi-VN">
                <a:solidFill>
                  <a:schemeClr val="accent3">
                    <a:lumMod val="75000"/>
                  </a:schemeClr>
                </a:solidFill>
              </a:endParaRPr>
            </a:p>
          </p:txBody>
        </p:sp>
      </p:grpSp>
      <p:pic>
        <p:nvPicPr>
          <p:cNvPr id="6" name="Hình ảnh 5" descr="Ảnh có chứa văn bản, ảnh chụp màn hình, biểu đồ, thiết kế&#10;&#10;Nội dung do AI tạo ra có thể không chính xác.">
            <a:extLst>
              <a:ext uri="{FF2B5EF4-FFF2-40B4-BE49-F238E27FC236}">
                <a16:creationId xmlns:a16="http://schemas.microsoft.com/office/drawing/2014/main" id="{F588DE56-6A82-95B4-24B2-43A3F29412D3}"/>
              </a:ext>
            </a:extLst>
          </p:cNvPr>
          <p:cNvPicPr>
            <a:picLocks noChangeAspect="1"/>
          </p:cNvPicPr>
          <p:nvPr/>
        </p:nvPicPr>
        <p:blipFill>
          <a:blip r:embed="rId3"/>
          <a:stretch>
            <a:fillRect/>
          </a:stretch>
        </p:blipFill>
        <p:spPr>
          <a:xfrm>
            <a:off x="4225836" y="1342159"/>
            <a:ext cx="9299464" cy="8078931"/>
          </a:xfrm>
          <a:prstGeom prst="rect">
            <a:avLst/>
          </a:prstGeom>
        </p:spPr>
      </p:pic>
    </p:spTree>
    <p:extLst>
      <p:ext uri="{BB962C8B-B14F-4D97-AF65-F5344CB8AC3E}">
        <p14:creationId xmlns:p14="http://schemas.microsoft.com/office/powerpoint/2010/main" val="21784248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none" rtlCol="0">
            <a:spAutoFit/>
          </a:bodyPr>
          <a:lstStyle/>
          <a:p>
            <a:pPr>
              <a:defRPr/>
            </a:pPr>
            <a:r>
              <a:rPr lang="en-US" sz="4800" b="1">
                <a:solidFill>
                  <a:schemeClr val="accent3">
                    <a:lumMod val="75000"/>
                  </a:schemeClr>
                </a:solidFill>
                <a:latin typeface="Arial" panose="020B0604020202020204" pitchFamily="34" charset="0"/>
                <a:cs typeface="Arial" panose="020B0604020202020204" pitchFamily="34" charset="0"/>
              </a:rPr>
              <a:t>1.1</a:t>
            </a:r>
            <a:endParaRPr lang="x-none" sz="4800" b="1">
              <a:solidFill>
                <a:schemeClr val="accent3">
                  <a:lumMod val="75000"/>
                </a:schemeClr>
              </a:solidFill>
              <a:latin typeface="Arial" panose="020B060402020202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p>
            <a:pPr>
              <a:defRPr/>
            </a:pPr>
            <a:r>
              <a:rPr lang="en-US" sz="4800" b="1" err="1">
                <a:solidFill>
                  <a:schemeClr val="accent3">
                    <a:lumMod val="75000"/>
                  </a:schemeClr>
                </a:solidFill>
                <a:latin typeface="Arial" panose="020B0604020202020204" pitchFamily="34" charset="0"/>
                <a:cs typeface="Arial" panose="020B0604020202020204" pitchFamily="34" charset="0"/>
              </a:rPr>
              <a:t>Kiến</a:t>
            </a:r>
            <a:r>
              <a:rPr lang="en-US" sz="4800" b="1">
                <a:solidFill>
                  <a:schemeClr val="accent3">
                    <a:lumMod val="75000"/>
                  </a:schemeClr>
                </a:solidFill>
                <a:latin typeface="Arial" panose="020B0604020202020204" pitchFamily="34" charset="0"/>
                <a:cs typeface="Arial" panose="020B0604020202020204" pitchFamily="34" charset="0"/>
              </a:rPr>
              <a:t> </a:t>
            </a:r>
            <a:r>
              <a:rPr lang="en-US" sz="4800" b="1" err="1">
                <a:solidFill>
                  <a:schemeClr val="accent3">
                    <a:lumMod val="75000"/>
                  </a:schemeClr>
                </a:solidFill>
                <a:latin typeface="Arial" panose="020B0604020202020204" pitchFamily="34" charset="0"/>
                <a:cs typeface="Arial" panose="020B0604020202020204" pitchFamily="34" charset="0"/>
              </a:rPr>
              <a:t>trúc</a:t>
            </a:r>
            <a:r>
              <a:rPr lang="en-US" sz="4800" b="1">
                <a:solidFill>
                  <a:schemeClr val="accent3">
                    <a:lumMod val="75000"/>
                  </a:schemeClr>
                </a:solidFill>
                <a:latin typeface="Arial" panose="020B0604020202020204" pitchFamily="34" charset="0"/>
                <a:cs typeface="Arial" panose="020B0604020202020204" pitchFamily="34" charset="0"/>
              </a:rPr>
              <a:t> Medallion architecture</a:t>
            </a:r>
            <a:endParaRPr lang="x-none" sz="4800" b="1">
              <a:solidFill>
                <a:schemeClr val="accent3">
                  <a:lumMod val="75000"/>
                </a:schemeClr>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251368" y="1231988"/>
            <a:ext cx="16230867" cy="6319395"/>
          </a:xfrm>
          <a:prstGeom prst="rect">
            <a:avLst/>
          </a:prstGeom>
        </p:spPr>
      </p:pic>
      <p:sp>
        <p:nvSpPr>
          <p:cNvPr id="6" name="TextBox 5"/>
          <p:cNvSpPr txBox="1"/>
          <p:nvPr/>
        </p:nvSpPr>
        <p:spPr>
          <a:xfrm>
            <a:off x="10140728" y="7895064"/>
            <a:ext cx="8965580" cy="507831"/>
          </a:xfrm>
          <a:prstGeom prst="rect">
            <a:avLst/>
          </a:prstGeom>
          <a:noFill/>
        </p:spPr>
        <p:txBody>
          <a:bodyPr wrap="square" rtlCol="0">
            <a:spAutoFit/>
          </a:bodyPr>
          <a:lstStyle/>
          <a:p>
            <a:r>
              <a:rPr lang="en-US" sz="2700" err="1">
                <a:solidFill>
                  <a:prstClr val="black"/>
                </a:solidFill>
              </a:rPr>
              <a:t>Nguồn</a:t>
            </a:r>
            <a:r>
              <a:rPr lang="en-US" sz="2700">
                <a:solidFill>
                  <a:prstClr val="black"/>
                </a:solidFill>
              </a:rPr>
              <a:t>: Data Brick </a:t>
            </a:r>
            <a:r>
              <a:rPr lang="en-US" sz="2700">
                <a:solidFill>
                  <a:prstClr val="black"/>
                </a:solidFill>
                <a:hlinkClick r:id="rId4"/>
              </a:rPr>
              <a:t>What is a Medallion Architecture</a:t>
            </a:r>
            <a:endParaRPr lang="en-US" sz="2700">
              <a:solidFill>
                <a:prstClr val="black"/>
              </a:solidFill>
            </a:endParaRPr>
          </a:p>
        </p:txBody>
      </p:sp>
    </p:spTree>
    <p:extLst>
      <p:ext uri="{BB962C8B-B14F-4D97-AF65-F5344CB8AC3E}">
        <p14:creationId xmlns:p14="http://schemas.microsoft.com/office/powerpoint/2010/main" val="1701426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76D82-2564-E24B-990C-C2A7A45417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DE92B4-8652-559E-C4BE-D197D0ECF870}"/>
              </a:ext>
            </a:extLst>
          </p:cNvPr>
          <p:cNvSpPr txBox="1"/>
          <p:nvPr/>
        </p:nvSpPr>
        <p:spPr>
          <a:xfrm>
            <a:off x="363217" y="200233"/>
            <a:ext cx="1042273" cy="830997"/>
          </a:xfrm>
          <a:prstGeom prst="rect">
            <a:avLst/>
          </a:prstGeom>
          <a:noFill/>
        </p:spPr>
        <p:txBody>
          <a:bodyPr wrap="none" rtlCol="0">
            <a:spAutoFit/>
          </a:bodyPr>
          <a:lstStyle/>
          <a:p>
            <a:pPr>
              <a:defRPr/>
            </a:pPr>
            <a:r>
              <a:rPr lang="en-US" sz="4800" b="1">
                <a:solidFill>
                  <a:schemeClr val="accent3">
                    <a:lumMod val="75000"/>
                  </a:schemeClr>
                </a:solidFill>
                <a:latin typeface="Arial" panose="020B0604020202020204" pitchFamily="34" charset="0"/>
                <a:cs typeface="Arial" panose="020B0604020202020204" pitchFamily="34" charset="0"/>
              </a:rPr>
              <a:t>1.1</a:t>
            </a:r>
            <a:endParaRPr lang="x-none" sz="4800" b="1">
              <a:solidFill>
                <a:schemeClr val="accent3">
                  <a:lumMod val="75000"/>
                </a:schemeClr>
              </a:solidFill>
              <a:latin typeface="Arial" panose="020B060402020202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85CD99F3-E651-3D51-3990-B1EF0ED49EDA}"/>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E69EADB-02F8-6596-F1AE-C98A268EEAC4}"/>
              </a:ext>
            </a:extLst>
          </p:cNvPr>
          <p:cNvSpPr txBox="1"/>
          <p:nvPr/>
        </p:nvSpPr>
        <p:spPr>
          <a:xfrm>
            <a:off x="1513953" y="200231"/>
            <a:ext cx="17253549" cy="830997"/>
          </a:xfrm>
          <a:prstGeom prst="rect">
            <a:avLst/>
          </a:prstGeom>
          <a:noFill/>
        </p:spPr>
        <p:txBody>
          <a:bodyPr wrap="square" rtlCol="0">
            <a:spAutoFit/>
          </a:bodyPr>
          <a:lstStyle/>
          <a:p>
            <a:pPr>
              <a:defRPr/>
            </a:pPr>
            <a:r>
              <a:rPr lang="en-US" sz="4800" b="1" err="1">
                <a:solidFill>
                  <a:schemeClr val="accent3">
                    <a:lumMod val="75000"/>
                  </a:schemeClr>
                </a:solidFill>
                <a:latin typeface="Arial" panose="020B0604020202020204" pitchFamily="34" charset="0"/>
                <a:cs typeface="Arial" panose="020B0604020202020204" pitchFamily="34" charset="0"/>
              </a:rPr>
              <a:t>Kiến</a:t>
            </a:r>
            <a:r>
              <a:rPr lang="en-US" sz="4800" b="1">
                <a:solidFill>
                  <a:schemeClr val="accent3">
                    <a:lumMod val="75000"/>
                  </a:schemeClr>
                </a:solidFill>
                <a:latin typeface="Arial" panose="020B0604020202020204" pitchFamily="34" charset="0"/>
                <a:cs typeface="Arial" panose="020B0604020202020204" pitchFamily="34" charset="0"/>
              </a:rPr>
              <a:t> </a:t>
            </a:r>
            <a:r>
              <a:rPr lang="en-US" sz="4800" b="1" err="1">
                <a:solidFill>
                  <a:schemeClr val="accent3">
                    <a:lumMod val="75000"/>
                  </a:schemeClr>
                </a:solidFill>
                <a:latin typeface="Arial" panose="020B0604020202020204" pitchFamily="34" charset="0"/>
                <a:cs typeface="Arial" panose="020B0604020202020204" pitchFamily="34" charset="0"/>
              </a:rPr>
              <a:t>trúc</a:t>
            </a:r>
            <a:r>
              <a:rPr lang="en-US" sz="4800" b="1">
                <a:solidFill>
                  <a:schemeClr val="accent3">
                    <a:lumMod val="75000"/>
                  </a:schemeClr>
                </a:solidFill>
                <a:latin typeface="Arial" panose="020B0604020202020204" pitchFamily="34" charset="0"/>
                <a:cs typeface="Arial" panose="020B0604020202020204" pitchFamily="34" charset="0"/>
              </a:rPr>
              <a:t> Medallion architecture</a:t>
            </a:r>
            <a:endParaRPr lang="x-none" sz="4800" b="1">
              <a:solidFill>
                <a:schemeClr val="accent3">
                  <a:lumMod val="75000"/>
                </a:schemeClr>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8095DEA-D02D-C9DA-03FB-3945CD960D17}"/>
              </a:ext>
            </a:extLst>
          </p:cNvPr>
          <p:cNvPicPr>
            <a:picLocks noChangeAspect="1"/>
          </p:cNvPicPr>
          <p:nvPr/>
        </p:nvPicPr>
        <p:blipFill>
          <a:blip r:embed="rId3"/>
          <a:stretch>
            <a:fillRect/>
          </a:stretch>
        </p:blipFill>
        <p:spPr>
          <a:xfrm>
            <a:off x="1513952" y="1031228"/>
            <a:ext cx="13349912" cy="8215330"/>
          </a:xfrm>
          <a:prstGeom prst="rect">
            <a:avLst/>
          </a:prstGeom>
        </p:spPr>
      </p:pic>
    </p:spTree>
    <p:extLst>
      <p:ext uri="{BB962C8B-B14F-4D97-AF65-F5344CB8AC3E}">
        <p14:creationId xmlns:p14="http://schemas.microsoft.com/office/powerpoint/2010/main" val="576162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9774CDFC-E376-D586-11D8-0074A70AC574}"/>
              </a:ext>
            </a:extLst>
          </p:cNvPr>
          <p:cNvSpPr txBox="1"/>
          <p:nvPr/>
        </p:nvSpPr>
        <p:spPr>
          <a:xfrm>
            <a:off x="376339" y="172660"/>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1.2</a:t>
            </a:r>
            <a:endParaRPr lang="x-none"/>
          </a:p>
        </p:txBody>
      </p:sp>
      <p:cxnSp>
        <p:nvCxnSpPr>
          <p:cNvPr id="43" name="Straight Connector 42">
            <a:extLst>
              <a:ext uri="{FF2B5EF4-FFF2-40B4-BE49-F238E27FC236}">
                <a16:creationId xmlns:a16="http://schemas.microsoft.com/office/drawing/2014/main" id="{8B89CC47-80EF-2A87-CAB2-2F080DD8EF8A}"/>
              </a:ext>
            </a:extLst>
          </p:cNvPr>
          <p:cNvCxnSpPr>
            <a:cxnSpLocks/>
          </p:cNvCxnSpPr>
          <p:nvPr/>
        </p:nvCxnSpPr>
        <p:spPr>
          <a:xfrm>
            <a:off x="1481676" y="262490"/>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2DAAD47-D7AA-2A24-0E14-93448CE67BF1}"/>
              </a:ext>
            </a:extLst>
          </p:cNvPr>
          <p:cNvSpPr txBox="1"/>
          <p:nvPr/>
        </p:nvSpPr>
        <p:spPr>
          <a:xfrm>
            <a:off x="1615139" y="167394"/>
            <a:ext cx="14267558"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Nguyên lý </a:t>
            </a:r>
            <a:r>
              <a:rPr lang="en-US" err="1"/>
              <a:t>tổ</a:t>
            </a:r>
            <a:r>
              <a:rPr lang="en-US"/>
              <a:t> </a:t>
            </a:r>
            <a:r>
              <a:rPr lang="en-US" err="1"/>
              <a:t>chức</a:t>
            </a:r>
            <a:r>
              <a:rPr lang="en-US"/>
              <a:t> </a:t>
            </a:r>
            <a:r>
              <a:rPr lang="en-US" err="1"/>
              <a:t>các</a:t>
            </a:r>
            <a:r>
              <a:rPr lang="en-US"/>
              <a:t> </a:t>
            </a:r>
            <a:r>
              <a:rPr lang="en-US" err="1"/>
              <a:t>tầng</a:t>
            </a:r>
            <a:r>
              <a:rPr lang="en-US"/>
              <a:t> </a:t>
            </a:r>
            <a:r>
              <a:rPr lang="en-US" err="1"/>
              <a:t>dữ</a:t>
            </a:r>
            <a:r>
              <a:rPr lang="en-US"/>
              <a:t> liệu</a:t>
            </a:r>
            <a:endParaRPr lang="x-none"/>
          </a:p>
        </p:txBody>
      </p:sp>
      <p:sp>
        <p:nvSpPr>
          <p:cNvPr id="14" name="Rectangle 13">
            <a:extLst>
              <a:ext uri="{FF2B5EF4-FFF2-40B4-BE49-F238E27FC236}">
                <a16:creationId xmlns:a16="http://schemas.microsoft.com/office/drawing/2014/main" id="{4EA82D5A-E3EE-D593-017D-70E2C8D7B66A}"/>
              </a:ext>
            </a:extLst>
          </p:cNvPr>
          <p:cNvSpPr/>
          <p:nvPr/>
        </p:nvSpPr>
        <p:spPr>
          <a:xfrm>
            <a:off x="1017842" y="1699238"/>
            <a:ext cx="17163729" cy="1615250"/>
          </a:xfrm>
          <a:prstGeom prst="rect">
            <a:avLst/>
          </a:prstGeom>
        </p:spPr>
        <p:txBody>
          <a:bodyPr wrap="square">
            <a:spAutoFit/>
          </a:bodyPr>
          <a:lstStyle/>
          <a:p>
            <a:pPr lvl="2">
              <a:lnSpc>
                <a:spcPct val="107000"/>
              </a:lnSpc>
              <a:spcBef>
                <a:spcPts val="300"/>
              </a:spcBef>
            </a:pPr>
            <a:endParaRPr lang="en-US" sz="3000" kern="100">
              <a:solidFill>
                <a:prstClr val="black"/>
              </a:solidFill>
              <a:latin typeface="Arial" panose="020B0604020202020204" pitchFamily="34" charset="0"/>
              <a:cs typeface="Arial" panose="020B0604020202020204" pitchFamily="34" charset="0"/>
            </a:endParaRPr>
          </a:p>
          <a:p>
            <a:pPr marL="1200150" lvl="1" indent="-514350">
              <a:lnSpc>
                <a:spcPct val="107000"/>
              </a:lnSpc>
              <a:spcBef>
                <a:spcPts val="300"/>
              </a:spcBef>
              <a:buFont typeface="Wingdings" panose="05000000000000000000" pitchFamily="2" charset="2"/>
              <a:buChar char="ü"/>
            </a:pPr>
            <a:endParaRPr lang="en-US" sz="3000" kern="10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1200150" lvl="1" indent="-514350">
              <a:lnSpc>
                <a:spcPct val="107000"/>
              </a:lnSpc>
              <a:spcBef>
                <a:spcPts val="300"/>
              </a:spcBef>
              <a:buFont typeface="Wingdings" panose="05000000000000000000" pitchFamily="2" charset="2"/>
              <a:buChar char="ü"/>
            </a:pPr>
            <a:endParaRPr lang="en-US" sz="3000" kern="10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
        <p:nvSpPr>
          <p:cNvPr id="15" name="Rectangle 14"/>
          <p:cNvSpPr/>
          <p:nvPr/>
        </p:nvSpPr>
        <p:spPr>
          <a:xfrm>
            <a:off x="518533" y="1290190"/>
            <a:ext cx="5568734" cy="8796086"/>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428625" indent="-428625">
              <a:lnSpc>
                <a:spcPct val="150000"/>
              </a:lnSpc>
              <a:buFont typeface="Wingdings" panose="05000000000000000000" pitchFamily="2" charset="2"/>
              <a:buChar char="v"/>
            </a:pPr>
            <a:endPar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r>
              <a:rPr lang="vi-VN"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Lưu trữ dữ liệu 1-1 từ nguồn.​</a:t>
            </a:r>
            <a:endPar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a:p>
            <a:pPr algn="ctr"/>
            <a:endParaRPr lang="en-US" sz="2100">
              <a:solidFill>
                <a:prstClr val="white"/>
              </a:solidFill>
            </a:endParaRPr>
          </a:p>
        </p:txBody>
      </p:sp>
      <p:sp>
        <p:nvSpPr>
          <p:cNvPr id="16" name="Rectangle: Rounded Corners 6">
            <a:extLst>
              <a:ext uri="{FF2B5EF4-FFF2-40B4-BE49-F238E27FC236}">
                <a16:creationId xmlns:a16="http://schemas.microsoft.com/office/drawing/2014/main" id="{B54AE247-617A-8C99-1409-F469684B0728}"/>
              </a:ext>
            </a:extLst>
          </p:cNvPr>
          <p:cNvSpPr/>
          <p:nvPr/>
        </p:nvSpPr>
        <p:spPr>
          <a:xfrm>
            <a:off x="1359133" y="1709319"/>
            <a:ext cx="3871022" cy="1420215"/>
          </a:xfrm>
          <a:prstGeom prst="roundRect">
            <a:avLst/>
          </a:prstGeom>
          <a:solidFill>
            <a:schemeClr val="bg1">
              <a:lumMod val="95000"/>
            </a:schemeClr>
          </a:solidFill>
          <a:ln w="9525" cap="sq">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RAW</a:t>
            </a:r>
          </a:p>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(Bronze Zone)</a:t>
            </a:r>
          </a:p>
        </p:txBody>
      </p:sp>
      <p:sp>
        <p:nvSpPr>
          <p:cNvPr id="17" name="Rectangle 16"/>
          <p:cNvSpPr/>
          <p:nvPr/>
        </p:nvSpPr>
        <p:spPr>
          <a:xfrm>
            <a:off x="6087471" y="1304044"/>
            <a:ext cx="5910375" cy="8782232"/>
          </a:xfrm>
          <a:prstGeom prst="rect">
            <a:avLst/>
          </a:prstGeom>
          <a:solidFill>
            <a:schemeClr val="bg1">
              <a:lumMod val="65000"/>
              <a:alpha val="60000"/>
            </a:schemeClr>
          </a:solidFill>
          <a:ln w="9525" cap="sq">
            <a:solidFill>
              <a:schemeClr val="bg1">
                <a:lumMod val="8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514350" indent="-514350">
              <a:lnSpc>
                <a:spcPct val="107000"/>
              </a:lnSpc>
              <a:spcAft>
                <a:spcPts val="1200"/>
              </a:spcAft>
              <a:buFont typeface="Wingdings" panose="05000000000000000000" pitchFamily="2" charset="2"/>
              <a:buChar char="v"/>
            </a:pPr>
            <a:endPar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Lưu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trữ</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dữ</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liệu</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đã</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được</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làm</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sạch</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chuẩn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hóa</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và</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sz="2100" b="1" kern="100" err="1">
                <a:solidFill>
                  <a:prstClr val="black"/>
                </a:solidFill>
                <a:latin typeface="Arial" panose="020B0604020202020204" pitchFamily="34" charset="0"/>
                <a:ea typeface="Calibri" panose="020F0502020204030204" pitchFamily="34" charset="0"/>
                <a:cs typeface="Arial" panose="020B0604020202020204" pitchFamily="34" charset="0"/>
              </a:rPr>
              <a:t>hợp</a:t>
            </a: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 nhất.</a:t>
            </a:r>
          </a:p>
        </p:txBody>
      </p:sp>
      <p:sp>
        <p:nvSpPr>
          <p:cNvPr id="18" name="Rectangle: Rounded Corners 17">
            <a:extLst>
              <a:ext uri="{FF2B5EF4-FFF2-40B4-BE49-F238E27FC236}">
                <a16:creationId xmlns:a16="http://schemas.microsoft.com/office/drawing/2014/main" id="{9410AF84-7D48-0654-0390-381D3332D5A7}"/>
              </a:ext>
            </a:extLst>
          </p:cNvPr>
          <p:cNvSpPr/>
          <p:nvPr/>
        </p:nvSpPr>
        <p:spPr>
          <a:xfrm>
            <a:off x="6822038" y="1694894"/>
            <a:ext cx="4441037" cy="1451534"/>
          </a:xfrm>
          <a:prstGeom prst="roundRect">
            <a:avLst/>
          </a:prstGeom>
          <a:solidFill>
            <a:schemeClr val="bg1">
              <a:lumMod val="95000"/>
            </a:schemeClr>
          </a:solidFill>
          <a:ln w="9525" cap="sq">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STANDARDIZED</a:t>
            </a:r>
          </a:p>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(Silver Zone)</a:t>
            </a:r>
          </a:p>
        </p:txBody>
      </p:sp>
      <p:sp>
        <p:nvSpPr>
          <p:cNvPr id="19" name="Rectangle 18"/>
          <p:cNvSpPr/>
          <p:nvPr/>
        </p:nvSpPr>
        <p:spPr>
          <a:xfrm>
            <a:off x="11981120" y="1289541"/>
            <a:ext cx="6000222" cy="8796735"/>
          </a:xfrm>
          <a:prstGeom prst="rect">
            <a:avLst/>
          </a:prstGeom>
          <a:solidFill>
            <a:schemeClr val="bg2">
              <a:lumMod val="60000"/>
              <a:lumOff val="40000"/>
            </a:schemeClr>
          </a:solidFill>
          <a:ln w="9525" cap="sq">
            <a:solidFill>
              <a:schemeClr val="bg2">
                <a:lumMod val="60000"/>
                <a:lumOff val="40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prstClr val="black"/>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r>
              <a:rPr lang="en-US" sz="2100" b="1">
                <a:solidFill>
                  <a:prstClr val="black"/>
                </a:solidFill>
                <a:latin typeface="Arial" panose="020B0604020202020204" pitchFamily="34" charset="0"/>
                <a:ea typeface="Calibri" panose="020F0502020204030204" pitchFamily="34" charset="0"/>
                <a:cs typeface="Arial" panose="020B0604020202020204" pitchFamily="34" charset="0"/>
              </a:rPr>
              <a:t>Dữ liệu thiết kế cho nhu cầu khai thác cụ thể.</a:t>
            </a:r>
          </a:p>
        </p:txBody>
      </p:sp>
      <p:sp>
        <p:nvSpPr>
          <p:cNvPr id="20" name="Rectangle: Rounded Corners 73">
            <a:extLst>
              <a:ext uri="{FF2B5EF4-FFF2-40B4-BE49-F238E27FC236}">
                <a16:creationId xmlns:a16="http://schemas.microsoft.com/office/drawing/2014/main" id="{62301070-D9A0-5522-43F6-39E67D52729E}"/>
              </a:ext>
            </a:extLst>
          </p:cNvPr>
          <p:cNvSpPr/>
          <p:nvPr/>
        </p:nvSpPr>
        <p:spPr>
          <a:xfrm>
            <a:off x="12821711" y="1680071"/>
            <a:ext cx="4389755" cy="1449464"/>
          </a:xfrm>
          <a:prstGeom prst="roundRect">
            <a:avLst/>
          </a:prstGeom>
          <a:solidFill>
            <a:srgbClr val="FFFFCC"/>
          </a:solidFill>
          <a:ln w="9525" cap="sq">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CURATED</a:t>
            </a:r>
          </a:p>
          <a:p>
            <a:pPr algn="ctr"/>
            <a:r>
              <a:rPr lang="en-US" sz="3000" b="1">
                <a:solidFill>
                  <a:prstClr val="black"/>
                </a:solidFill>
                <a:latin typeface="Arial" panose="020B0604020202020204" pitchFamily="34" charset="0"/>
                <a:ea typeface="Calibri" panose="020F0502020204030204" pitchFamily="34" charset="0"/>
                <a:cs typeface="Arial" panose="020B0604020202020204" pitchFamily="34" charset="0"/>
              </a:rPr>
              <a:t>(Gold Zone)</a:t>
            </a:r>
          </a:p>
        </p:txBody>
      </p:sp>
      <p:sp>
        <p:nvSpPr>
          <p:cNvPr id="3" name="Rectangle 2"/>
          <p:cNvSpPr/>
          <p:nvPr/>
        </p:nvSpPr>
        <p:spPr>
          <a:xfrm>
            <a:off x="888389" y="4249733"/>
            <a:ext cx="4823333" cy="1971437"/>
          </a:xfrm>
          <a:prstGeom prst="rect">
            <a:avLst/>
          </a:prstGeom>
        </p:spPr>
        <p:txBody>
          <a:bodyPr wrap="square">
            <a:spAutoFit/>
          </a:bodyPr>
          <a:lstStyle/>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Phản ánh 1-1 </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về cấu trúc và </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dữ liệu từ các nguồn</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a:t>
            </a:r>
          </a:p>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Lưu trữ lịch sử dữ liệu​</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 nhằm mục đích audit và reprocessing</a:t>
            </a:r>
          </a:p>
        </p:txBody>
      </p:sp>
      <p:sp>
        <p:nvSpPr>
          <p:cNvPr id="4" name="Rectangle 3"/>
          <p:cNvSpPr/>
          <p:nvPr/>
        </p:nvSpPr>
        <p:spPr>
          <a:xfrm>
            <a:off x="6353404" y="4121787"/>
            <a:ext cx="5594264" cy="5849422"/>
          </a:xfrm>
          <a:prstGeom prst="rect">
            <a:avLst/>
          </a:prstGeom>
        </p:spPr>
        <p:txBody>
          <a:bodyPr wrap="square">
            <a:spAutoFit/>
          </a:bodyPr>
          <a:lstStyle/>
          <a:p>
            <a:pPr marL="428625" indent="-428625">
              <a:lnSpc>
                <a:spcPct val="150000"/>
              </a:lnSpc>
              <a:buFont typeface="Wingdings" panose="05000000000000000000" pitchFamily="2" charset="2"/>
              <a:buChar char="ü"/>
            </a:pP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Dữ liệu được tập trung đầy đủ, làm sạch và chuẩn hóa</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a:t>
            </a:r>
          </a:p>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Lưu toàn bộ dữ liệu của ngân hàng ở mức chi tiết nhất</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 (</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nguyên tử</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 cung cấp một "Enterprise view" về các dữ liệu trong ngân hàng​.</a:t>
            </a:r>
          </a:p>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Thiết kế mô hình dữ liệu hướng theo mô hình 3NF​ để tránh dư thừa </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và đảm bảo tính toàn vẹn</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a:t>
            </a:r>
          </a:p>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Ưu tiên các logic sử dụng bank-wise, thay vì các logic đặc thù cho một business case cụ thể.</a:t>
            </a:r>
            <a:endPar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4"/>
          <p:cNvSpPr/>
          <p:nvPr/>
        </p:nvSpPr>
        <p:spPr>
          <a:xfrm>
            <a:off x="12268772" y="4215720"/>
            <a:ext cx="5545302" cy="2940933"/>
          </a:xfrm>
          <a:prstGeom prst="rect">
            <a:avLst/>
          </a:prstGeom>
        </p:spPr>
        <p:txBody>
          <a:bodyPr wrap="square">
            <a:spAutoFit/>
          </a:bodyPr>
          <a:lstStyle/>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Dữ liệu được thiết kế </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để phục vụ cho các </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nhu cầu khai thác nghiệp vụ cụ thể.</a:t>
            </a:r>
          </a:p>
          <a:p>
            <a:pPr marL="428625" indent="-428625">
              <a:lnSpc>
                <a:spcPct val="150000"/>
              </a:lnSpc>
              <a:buFont typeface="Wingdings" panose="05000000000000000000" pitchFamily="2" charset="2"/>
              <a:buChar char="ü"/>
            </a:pP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Mô hình thiết kế de-normalized</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 (dạng Data Mart hoặc bảng tính toán dãn phẳng)</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 </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để </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tối ưu cho </a:t>
            </a:r>
            <a:r>
              <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việc </a:t>
            </a:r>
            <a:r>
              <a:rPr lang="vi-VN"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khai thác trên Báo cáo và Phân tích.</a:t>
            </a:r>
            <a:endParaRPr lang="en-US" sz="2100"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2410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9774CDFC-E376-D586-11D8-0074A70AC574}"/>
              </a:ext>
            </a:extLst>
          </p:cNvPr>
          <p:cNvSpPr txBox="1"/>
          <p:nvPr/>
        </p:nvSpPr>
        <p:spPr>
          <a:xfrm>
            <a:off x="376339" y="172660"/>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1.3</a:t>
            </a:r>
            <a:endParaRPr lang="x-none"/>
          </a:p>
        </p:txBody>
      </p:sp>
      <p:cxnSp>
        <p:nvCxnSpPr>
          <p:cNvPr id="43" name="Straight Connector 42">
            <a:extLst>
              <a:ext uri="{FF2B5EF4-FFF2-40B4-BE49-F238E27FC236}">
                <a16:creationId xmlns:a16="http://schemas.microsoft.com/office/drawing/2014/main" id="{8B89CC47-80EF-2A87-CAB2-2F080DD8EF8A}"/>
              </a:ext>
            </a:extLst>
          </p:cNvPr>
          <p:cNvCxnSpPr>
            <a:cxnSpLocks/>
          </p:cNvCxnSpPr>
          <p:nvPr/>
        </p:nvCxnSpPr>
        <p:spPr>
          <a:xfrm>
            <a:off x="1638291" y="226239"/>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2DAAD47-D7AA-2A24-0E14-93448CE67BF1}"/>
              </a:ext>
            </a:extLst>
          </p:cNvPr>
          <p:cNvSpPr txBox="1"/>
          <p:nvPr/>
        </p:nvSpPr>
        <p:spPr>
          <a:xfrm>
            <a:off x="1765157" y="149318"/>
            <a:ext cx="14267558"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err="1"/>
              <a:t>Phân</a:t>
            </a:r>
            <a:r>
              <a:rPr lang="en-US"/>
              <a:t> </a:t>
            </a:r>
            <a:r>
              <a:rPr lang="en-US" err="1"/>
              <a:t>tầng</a:t>
            </a:r>
            <a:r>
              <a:rPr lang="en-US"/>
              <a:t> </a:t>
            </a:r>
            <a:r>
              <a:rPr lang="en-US" err="1"/>
              <a:t>khai</a:t>
            </a:r>
            <a:r>
              <a:rPr lang="en-US"/>
              <a:t> </a:t>
            </a:r>
            <a:r>
              <a:rPr lang="en-US" err="1"/>
              <a:t>thác</a:t>
            </a:r>
            <a:r>
              <a:rPr lang="en-US"/>
              <a:t> / </a:t>
            </a:r>
            <a:r>
              <a:rPr lang="en-US" err="1"/>
              <a:t>truy</a:t>
            </a:r>
            <a:r>
              <a:rPr lang="en-US"/>
              <a:t> </a:t>
            </a:r>
            <a:r>
              <a:rPr lang="en-US" err="1"/>
              <a:t>xuất</a:t>
            </a:r>
            <a:r>
              <a:rPr lang="en-US"/>
              <a:t> </a:t>
            </a:r>
            <a:r>
              <a:rPr lang="en-US" err="1"/>
              <a:t>dữ</a:t>
            </a:r>
            <a:r>
              <a:rPr lang="en-US"/>
              <a:t> liệu</a:t>
            </a:r>
            <a:endParaRPr lang="x-none"/>
          </a:p>
        </p:txBody>
      </p:sp>
      <p:sp>
        <p:nvSpPr>
          <p:cNvPr id="2" name="Slide Number Placeholder 1">
            <a:extLst>
              <a:ext uri="{FF2B5EF4-FFF2-40B4-BE49-F238E27FC236}">
                <a16:creationId xmlns:a16="http://schemas.microsoft.com/office/drawing/2014/main" id="{40756886-57C3-1818-3511-CC759C98F4A6}"/>
              </a:ext>
            </a:extLst>
          </p:cNvPr>
          <p:cNvSpPr>
            <a:spLocks noGrp="1"/>
          </p:cNvSpPr>
          <p:nvPr>
            <p:ph type="sldNum" sz="quarter" idx="12"/>
          </p:nvPr>
        </p:nvSpPr>
        <p:spPr/>
        <p:txBody>
          <a:bodyPr/>
          <a:lstStyle/>
          <a:p>
            <a:fld id="{58581EB7-3610-4912-BBC1-5BE42FA64E79}" type="slidenum">
              <a:rPr lang="en-US" smtClean="0">
                <a:solidFill>
                  <a:prstClr val="black">
                    <a:tint val="75000"/>
                  </a:prstClr>
                </a:solidFill>
              </a:rPr>
              <a:pPr/>
              <a:t>8</a:t>
            </a:fld>
            <a:endParaRPr lang="en-US">
              <a:solidFill>
                <a:prstClr val="black">
                  <a:tint val="75000"/>
                </a:prstClr>
              </a:solidFill>
            </a:endParaRPr>
          </a:p>
        </p:txBody>
      </p:sp>
      <p:sp>
        <p:nvSpPr>
          <p:cNvPr id="6" name="Rectangle: Rounded Corners 30">
            <a:extLst>
              <a:ext uri="{FF2B5EF4-FFF2-40B4-BE49-F238E27FC236}">
                <a16:creationId xmlns:a16="http://schemas.microsoft.com/office/drawing/2014/main" id="{CB3C21A7-677D-C333-4A81-2DC7ED76B874}"/>
              </a:ext>
            </a:extLst>
          </p:cNvPr>
          <p:cNvSpPr/>
          <p:nvPr/>
        </p:nvSpPr>
        <p:spPr>
          <a:xfrm>
            <a:off x="783774" y="1197379"/>
            <a:ext cx="16237584" cy="2064149"/>
          </a:xfrm>
          <a:prstGeom prst="roundRect">
            <a:avLst>
              <a:gd name="adj" fmla="val 6684"/>
            </a:avLst>
          </a:prstGeom>
          <a:solidFill>
            <a:schemeClr val="bg1">
              <a:lumMod val="85000"/>
            </a:schemeClr>
          </a:solidFill>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algn="ctr"/>
            <a:endParaRPr lang="en-US" sz="3000" b="1">
              <a:solidFill>
                <a:prstClr val="black"/>
              </a:solidFill>
              <a:latin typeface="Arial" panose="020B0604020202020204" pitchFamily="34" charset="0"/>
              <a:cs typeface="Arial" panose="020B0604020202020204" pitchFamily="34" charset="0"/>
            </a:endParaRPr>
          </a:p>
        </p:txBody>
      </p:sp>
      <p:sp>
        <p:nvSpPr>
          <p:cNvPr id="7" name="Rectangle: Rounded Corners 31">
            <a:extLst>
              <a:ext uri="{FF2B5EF4-FFF2-40B4-BE49-F238E27FC236}">
                <a16:creationId xmlns:a16="http://schemas.microsoft.com/office/drawing/2014/main" id="{0F5AE13B-D653-728D-F390-469B98806131}"/>
              </a:ext>
            </a:extLst>
          </p:cNvPr>
          <p:cNvSpPr/>
          <p:nvPr/>
        </p:nvSpPr>
        <p:spPr>
          <a:xfrm>
            <a:off x="783774" y="3630632"/>
            <a:ext cx="16237584" cy="5393447"/>
          </a:xfrm>
          <a:prstGeom prst="roundRect">
            <a:avLst>
              <a:gd name="adj" fmla="val 3975"/>
            </a:avLst>
          </a:prstGeom>
          <a:solidFill>
            <a:schemeClr val="bg1">
              <a:lumMod val="65000"/>
            </a:schemeClr>
          </a:solidFill>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b" anchorCtr="0"/>
          <a:lstStyle/>
          <a:p>
            <a:pPr algn="ctr"/>
            <a:r>
              <a:rPr lang="en-US" sz="3000" b="1">
                <a:solidFill>
                  <a:prstClr val="black"/>
                </a:solidFill>
                <a:latin typeface="Arial" panose="020B0604020202020204" pitchFamily="34" charset="0"/>
                <a:cs typeface="Arial" panose="020B0604020202020204" pitchFamily="34" charset="0"/>
              </a:rPr>
              <a:t>Data consumption workloads</a:t>
            </a:r>
          </a:p>
        </p:txBody>
      </p:sp>
      <p:sp>
        <p:nvSpPr>
          <p:cNvPr id="8" name="Rectangle: Rounded Corners 33">
            <a:extLst>
              <a:ext uri="{FF2B5EF4-FFF2-40B4-BE49-F238E27FC236}">
                <a16:creationId xmlns:a16="http://schemas.microsoft.com/office/drawing/2014/main" id="{6DCFF119-6340-DA8D-EA84-418544D89439}"/>
              </a:ext>
            </a:extLst>
          </p:cNvPr>
          <p:cNvSpPr/>
          <p:nvPr/>
        </p:nvSpPr>
        <p:spPr>
          <a:xfrm>
            <a:off x="1271240" y="1461059"/>
            <a:ext cx="4790460" cy="6347783"/>
          </a:xfrm>
          <a:prstGeom prst="roundRect">
            <a:avLst>
              <a:gd name="adj" fmla="val 767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prstClr val="white"/>
              </a:solidFill>
            </a:endParaRPr>
          </a:p>
        </p:txBody>
      </p:sp>
      <p:sp>
        <p:nvSpPr>
          <p:cNvPr id="10" name="Rectangle: Rounded Corners 35">
            <a:extLst>
              <a:ext uri="{FF2B5EF4-FFF2-40B4-BE49-F238E27FC236}">
                <a16:creationId xmlns:a16="http://schemas.microsoft.com/office/drawing/2014/main" id="{55EEA113-1E9B-00AF-89CF-93C8891AA478}"/>
              </a:ext>
            </a:extLst>
          </p:cNvPr>
          <p:cNvSpPr/>
          <p:nvPr/>
        </p:nvSpPr>
        <p:spPr>
          <a:xfrm>
            <a:off x="1765157" y="1821725"/>
            <a:ext cx="3788150" cy="116727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lnSpc>
                <a:spcPct val="150000"/>
              </a:lnSpc>
            </a:pPr>
            <a:r>
              <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RAW</a:t>
            </a:r>
          </a:p>
          <a:p>
            <a:pPr algn="ctr">
              <a:lnSpc>
                <a:spcPct val="150000"/>
              </a:lnSpc>
            </a:pPr>
            <a:r>
              <a:rPr lang="en-US" sz="2100" b="1" kern="100">
                <a:solidFill>
                  <a:srgbClr val="E5C243">
                    <a:lumMod val="10000"/>
                  </a:srgbClr>
                </a:solidFill>
                <a:latin typeface="Arial" panose="020B0604020202020204" pitchFamily="34" charset="0"/>
                <a:ea typeface="Calibri" panose="020F0502020204030204" pitchFamily="34" charset="0"/>
                <a:cs typeface="Arial" panose="020B0604020202020204" pitchFamily="34" charset="0"/>
              </a:rPr>
              <a:t>(Bronze Zone)</a:t>
            </a:r>
          </a:p>
        </p:txBody>
      </p:sp>
      <p:sp>
        <p:nvSpPr>
          <p:cNvPr id="11" name="Rectangle: Rounded Corners 37">
            <a:extLst>
              <a:ext uri="{FF2B5EF4-FFF2-40B4-BE49-F238E27FC236}">
                <a16:creationId xmlns:a16="http://schemas.microsoft.com/office/drawing/2014/main" id="{C0C08BF8-CDA7-126B-FA57-2DCC8C437DDC}"/>
              </a:ext>
            </a:extLst>
          </p:cNvPr>
          <p:cNvSpPr/>
          <p:nvPr/>
        </p:nvSpPr>
        <p:spPr>
          <a:xfrm>
            <a:off x="6412966" y="1461059"/>
            <a:ext cx="4860917" cy="6362037"/>
          </a:xfrm>
          <a:prstGeom prst="roundRect">
            <a:avLst>
              <a:gd name="adj" fmla="val 608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prstClr val="white"/>
              </a:solidFill>
            </a:endParaRPr>
          </a:p>
        </p:txBody>
      </p:sp>
      <p:sp>
        <p:nvSpPr>
          <p:cNvPr id="13" name="Rectangle: Rounded Corners 39">
            <a:extLst>
              <a:ext uri="{FF2B5EF4-FFF2-40B4-BE49-F238E27FC236}">
                <a16:creationId xmlns:a16="http://schemas.microsoft.com/office/drawing/2014/main" id="{3DD2E86E-1C6F-AEE1-B244-8F94B33DB0A5}"/>
              </a:ext>
            </a:extLst>
          </p:cNvPr>
          <p:cNvSpPr/>
          <p:nvPr/>
        </p:nvSpPr>
        <p:spPr>
          <a:xfrm>
            <a:off x="6895835" y="1819607"/>
            <a:ext cx="3895175" cy="1154166"/>
          </a:xfrm>
          <a:prstGeom prst="roundRect">
            <a:avLst/>
          </a:prstGeom>
          <a:solidFill>
            <a:schemeClr val="bg1">
              <a:lumMod val="65000"/>
              <a:alpha val="60000"/>
            </a:schemeClr>
          </a:solidFill>
          <a:ln w="9525" cap="sq">
            <a:solidFill>
              <a:schemeClr val="bg1">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lnSpc>
                <a:spcPct val="107000"/>
              </a:lnSpc>
              <a:spcAft>
                <a:spcPts val="1200"/>
              </a:spcAft>
            </a:pP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STANDARDIZED</a:t>
            </a:r>
          </a:p>
          <a:p>
            <a:pPr algn="ctr">
              <a:lnSpc>
                <a:spcPct val="107000"/>
              </a:lnSpc>
              <a:spcAft>
                <a:spcPts val="1200"/>
              </a:spcAft>
            </a:pPr>
            <a:r>
              <a:rPr lang="en-US" sz="2100" b="1" kern="100">
                <a:solidFill>
                  <a:prstClr val="black"/>
                </a:solidFill>
                <a:latin typeface="Arial" panose="020B0604020202020204" pitchFamily="34" charset="0"/>
                <a:ea typeface="Calibri" panose="020F0502020204030204" pitchFamily="34" charset="0"/>
                <a:cs typeface="Arial" panose="020B0604020202020204" pitchFamily="34" charset="0"/>
              </a:rPr>
              <a:t>(Silver Zone)</a:t>
            </a:r>
          </a:p>
        </p:txBody>
      </p:sp>
      <p:sp>
        <p:nvSpPr>
          <p:cNvPr id="14" name="Rectangle: Rounded Corners 41">
            <a:extLst>
              <a:ext uri="{FF2B5EF4-FFF2-40B4-BE49-F238E27FC236}">
                <a16:creationId xmlns:a16="http://schemas.microsoft.com/office/drawing/2014/main" id="{FE3BABE8-3FEC-78E4-1F83-9B5619B8C590}"/>
              </a:ext>
            </a:extLst>
          </p:cNvPr>
          <p:cNvSpPr/>
          <p:nvPr/>
        </p:nvSpPr>
        <p:spPr>
          <a:xfrm>
            <a:off x="11625148" y="1461059"/>
            <a:ext cx="4712276" cy="6362036"/>
          </a:xfrm>
          <a:prstGeom prst="roundRect">
            <a:avLst>
              <a:gd name="adj" fmla="val 502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prstClr val="white"/>
              </a:solidFill>
            </a:endParaRPr>
          </a:p>
        </p:txBody>
      </p:sp>
      <p:sp>
        <p:nvSpPr>
          <p:cNvPr id="16" name="Rectangle: Rounded Corners 45">
            <a:extLst>
              <a:ext uri="{FF2B5EF4-FFF2-40B4-BE49-F238E27FC236}">
                <a16:creationId xmlns:a16="http://schemas.microsoft.com/office/drawing/2014/main" id="{D3365B6D-E18D-7D2E-E1C1-FA80A43B7B24}"/>
              </a:ext>
            </a:extLst>
          </p:cNvPr>
          <p:cNvSpPr/>
          <p:nvPr/>
        </p:nvSpPr>
        <p:spPr>
          <a:xfrm>
            <a:off x="12143678" y="1819607"/>
            <a:ext cx="3643091" cy="1154166"/>
          </a:xfrm>
          <a:prstGeom prst="roundRect">
            <a:avLst/>
          </a:prstGeom>
          <a:solidFill>
            <a:srgbClr val="FFFFCC"/>
          </a:solidFill>
          <a:ln w="57150" cap="sq">
            <a:solidFill>
              <a:schemeClr val="bg2">
                <a:lumMod val="60000"/>
                <a:lumOff val="40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2100" b="1">
                <a:solidFill>
                  <a:prstClr val="black"/>
                </a:solidFill>
                <a:latin typeface="Arial" panose="020B0604020202020204" pitchFamily="34" charset="0"/>
                <a:ea typeface="Calibri" panose="020F0502020204030204" pitchFamily="34" charset="0"/>
                <a:cs typeface="Arial" panose="020B0604020202020204" pitchFamily="34" charset="0"/>
              </a:rPr>
              <a:t>CURATED</a:t>
            </a:r>
          </a:p>
          <a:p>
            <a:pPr algn="ctr"/>
            <a:r>
              <a:rPr lang="en-US" sz="2100" b="1">
                <a:solidFill>
                  <a:prstClr val="black"/>
                </a:solidFill>
                <a:latin typeface="Arial" panose="020B0604020202020204" pitchFamily="34" charset="0"/>
                <a:ea typeface="Calibri" panose="020F0502020204030204" pitchFamily="34" charset="0"/>
                <a:cs typeface="Arial" panose="020B0604020202020204" pitchFamily="34" charset="0"/>
              </a:rPr>
              <a:t>(Gold Zone)</a:t>
            </a:r>
          </a:p>
        </p:txBody>
      </p:sp>
      <p:sp>
        <p:nvSpPr>
          <p:cNvPr id="20" name="Rectangle: Rounded Corners 49">
            <a:extLst>
              <a:ext uri="{FF2B5EF4-FFF2-40B4-BE49-F238E27FC236}">
                <a16:creationId xmlns:a16="http://schemas.microsoft.com/office/drawing/2014/main" id="{5BB1BEF1-1217-7ABD-A9F9-E0E360C505C4}"/>
              </a:ext>
            </a:extLst>
          </p:cNvPr>
          <p:cNvSpPr/>
          <p:nvPr/>
        </p:nvSpPr>
        <p:spPr>
          <a:xfrm>
            <a:off x="1765157" y="3871919"/>
            <a:ext cx="3788150" cy="76357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Compliance and audit</a:t>
            </a:r>
          </a:p>
        </p:txBody>
      </p:sp>
      <p:sp>
        <p:nvSpPr>
          <p:cNvPr id="21" name="Rectangle: Rounded Corners 50">
            <a:extLst>
              <a:ext uri="{FF2B5EF4-FFF2-40B4-BE49-F238E27FC236}">
                <a16:creationId xmlns:a16="http://schemas.microsoft.com/office/drawing/2014/main" id="{F03AB43E-2D6E-B0E5-16CC-26CC77D7A921}"/>
              </a:ext>
            </a:extLst>
          </p:cNvPr>
          <p:cNvSpPr/>
          <p:nvPr/>
        </p:nvSpPr>
        <p:spPr>
          <a:xfrm>
            <a:off x="1765157" y="4899173"/>
            <a:ext cx="3788150" cy="74324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Replay/reprocess data</a:t>
            </a:r>
          </a:p>
        </p:txBody>
      </p:sp>
      <p:sp>
        <p:nvSpPr>
          <p:cNvPr id="22" name="Rectangle: Rounded Corners 51">
            <a:extLst>
              <a:ext uri="{FF2B5EF4-FFF2-40B4-BE49-F238E27FC236}">
                <a16:creationId xmlns:a16="http://schemas.microsoft.com/office/drawing/2014/main" id="{667962FC-9470-9477-F7E9-A14E290D5427}"/>
              </a:ext>
            </a:extLst>
          </p:cNvPr>
          <p:cNvSpPr/>
          <p:nvPr/>
        </p:nvSpPr>
        <p:spPr>
          <a:xfrm>
            <a:off x="6977824" y="3871919"/>
            <a:ext cx="3849482" cy="76357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Exploratory data analysis </a:t>
            </a:r>
          </a:p>
        </p:txBody>
      </p:sp>
      <p:sp>
        <p:nvSpPr>
          <p:cNvPr id="23" name="Rectangle: Rounded Corners 52">
            <a:extLst>
              <a:ext uri="{FF2B5EF4-FFF2-40B4-BE49-F238E27FC236}">
                <a16:creationId xmlns:a16="http://schemas.microsoft.com/office/drawing/2014/main" id="{9E1D51F3-10E7-5C02-CDE8-3304EFE8DD59}"/>
              </a:ext>
            </a:extLst>
          </p:cNvPr>
          <p:cNvSpPr/>
          <p:nvPr/>
        </p:nvSpPr>
        <p:spPr>
          <a:xfrm>
            <a:off x="6974194" y="4932073"/>
            <a:ext cx="3849482" cy="71034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AI/ML workloads</a:t>
            </a:r>
          </a:p>
        </p:txBody>
      </p:sp>
      <p:sp>
        <p:nvSpPr>
          <p:cNvPr id="24" name="Rectangle: Rounded Corners 53">
            <a:extLst>
              <a:ext uri="{FF2B5EF4-FFF2-40B4-BE49-F238E27FC236}">
                <a16:creationId xmlns:a16="http://schemas.microsoft.com/office/drawing/2014/main" id="{A3114E53-BBF7-6A06-6625-9E43BF2D7C5F}"/>
              </a:ext>
            </a:extLst>
          </p:cNvPr>
          <p:cNvSpPr/>
          <p:nvPr/>
        </p:nvSpPr>
        <p:spPr>
          <a:xfrm>
            <a:off x="12026589" y="5891107"/>
            <a:ext cx="3726726" cy="72586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Downstream applications (APIs)</a:t>
            </a:r>
          </a:p>
        </p:txBody>
      </p:sp>
      <p:sp>
        <p:nvSpPr>
          <p:cNvPr id="25" name="Rectangle: Rounded Corners 54">
            <a:extLst>
              <a:ext uri="{FF2B5EF4-FFF2-40B4-BE49-F238E27FC236}">
                <a16:creationId xmlns:a16="http://schemas.microsoft.com/office/drawing/2014/main" id="{FE5CD2E3-77DF-E5BE-D6FB-DA9E8687D586}"/>
              </a:ext>
            </a:extLst>
          </p:cNvPr>
          <p:cNvSpPr/>
          <p:nvPr/>
        </p:nvSpPr>
        <p:spPr>
          <a:xfrm>
            <a:off x="3311237" y="6847197"/>
            <a:ext cx="11247310" cy="739932"/>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Data sharing, data exchange, data marketplace</a:t>
            </a:r>
          </a:p>
          <a:p>
            <a:pPr algn="ctr"/>
            <a:r>
              <a:rPr lang="en-US" sz="1950" i="1">
                <a:solidFill>
                  <a:prstClr val="black"/>
                </a:solidFill>
                <a:latin typeface="Arial" panose="020B0604020202020204" pitchFamily="34" charset="0"/>
                <a:cs typeface="Arial" panose="020B0604020202020204" pitchFamily="34" charset="0"/>
              </a:rPr>
              <a:t>(</a:t>
            </a:r>
            <a:r>
              <a:rPr lang="en-GB" sz="1950" i="1">
                <a:solidFill>
                  <a:prstClr val="black"/>
                </a:solidFill>
                <a:latin typeface="Arial" panose="020B0604020202020204" pitchFamily="34" charset="0"/>
                <a:cs typeface="Arial" panose="020B0604020202020204" pitchFamily="34" charset="0"/>
              </a:rPr>
              <a:t>Exception approval required if taken from Raw).</a:t>
            </a:r>
            <a:endParaRPr lang="en-US" sz="1950" i="1">
              <a:solidFill>
                <a:prstClr val="black"/>
              </a:solidFill>
              <a:latin typeface="Arial" panose="020B0604020202020204" pitchFamily="34" charset="0"/>
              <a:cs typeface="Arial" panose="020B0604020202020204" pitchFamily="34" charset="0"/>
            </a:endParaRPr>
          </a:p>
        </p:txBody>
      </p:sp>
      <p:sp>
        <p:nvSpPr>
          <p:cNvPr id="26" name="Rectangle: Rounded Corners 55">
            <a:extLst>
              <a:ext uri="{FF2B5EF4-FFF2-40B4-BE49-F238E27FC236}">
                <a16:creationId xmlns:a16="http://schemas.microsoft.com/office/drawing/2014/main" id="{32C7213E-AF33-3A18-7A61-B70DDFB6AC2C}"/>
              </a:ext>
            </a:extLst>
          </p:cNvPr>
          <p:cNvSpPr/>
          <p:nvPr/>
        </p:nvSpPr>
        <p:spPr>
          <a:xfrm>
            <a:off x="12009863" y="3871919"/>
            <a:ext cx="3776907" cy="763574"/>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BI reports and dashboards</a:t>
            </a:r>
          </a:p>
        </p:txBody>
      </p:sp>
      <p:sp>
        <p:nvSpPr>
          <p:cNvPr id="27" name="Rectangle: Rounded Corners 56">
            <a:extLst>
              <a:ext uri="{FF2B5EF4-FFF2-40B4-BE49-F238E27FC236}">
                <a16:creationId xmlns:a16="http://schemas.microsoft.com/office/drawing/2014/main" id="{0E2C8CC5-F970-80AE-BA1F-C0A56C3BFA92}"/>
              </a:ext>
            </a:extLst>
          </p:cNvPr>
          <p:cNvSpPr/>
          <p:nvPr/>
        </p:nvSpPr>
        <p:spPr>
          <a:xfrm>
            <a:off x="12026590" y="4900907"/>
            <a:ext cx="3726725" cy="743246"/>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50">
                <a:solidFill>
                  <a:prstClr val="black"/>
                </a:solidFill>
                <a:latin typeface="Arial" panose="020B0604020202020204" pitchFamily="34" charset="0"/>
                <a:cs typeface="Arial" panose="020B0604020202020204" pitchFamily="34" charset="0"/>
              </a:rPr>
              <a:t>Self service analysis for business users</a:t>
            </a:r>
          </a:p>
        </p:txBody>
      </p:sp>
    </p:spTree>
    <p:extLst>
      <p:ext uri="{BB962C8B-B14F-4D97-AF65-F5344CB8AC3E}">
        <p14:creationId xmlns:p14="http://schemas.microsoft.com/office/powerpoint/2010/main" val="3027693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9774CDFC-E376-D586-11D8-0074A70AC574}"/>
              </a:ext>
            </a:extLst>
          </p:cNvPr>
          <p:cNvSpPr txBox="1"/>
          <p:nvPr/>
        </p:nvSpPr>
        <p:spPr>
          <a:xfrm>
            <a:off x="376339" y="172660"/>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1.4</a:t>
            </a:r>
            <a:endParaRPr lang="x-none"/>
          </a:p>
        </p:txBody>
      </p:sp>
      <p:cxnSp>
        <p:nvCxnSpPr>
          <p:cNvPr id="43" name="Straight Connector 42">
            <a:extLst>
              <a:ext uri="{FF2B5EF4-FFF2-40B4-BE49-F238E27FC236}">
                <a16:creationId xmlns:a16="http://schemas.microsoft.com/office/drawing/2014/main" id="{8B89CC47-80EF-2A87-CAB2-2F080DD8EF8A}"/>
              </a:ext>
            </a:extLst>
          </p:cNvPr>
          <p:cNvCxnSpPr>
            <a:cxnSpLocks/>
          </p:cNvCxnSpPr>
          <p:nvPr/>
        </p:nvCxnSpPr>
        <p:spPr>
          <a:xfrm>
            <a:off x="1481676" y="262490"/>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2DAAD47-D7AA-2A24-0E14-93448CE67BF1}"/>
              </a:ext>
            </a:extLst>
          </p:cNvPr>
          <p:cNvSpPr txBox="1"/>
          <p:nvPr/>
        </p:nvSpPr>
        <p:spPr>
          <a:xfrm>
            <a:off x="1615139" y="167395"/>
            <a:ext cx="14267558"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Loại dữ liệu và vùng lưu trữ</a:t>
            </a:r>
            <a:endParaRPr lang="x-none"/>
          </a:p>
        </p:txBody>
      </p:sp>
      <p:sp>
        <p:nvSpPr>
          <p:cNvPr id="14" name="Rectangle 13">
            <a:extLst>
              <a:ext uri="{FF2B5EF4-FFF2-40B4-BE49-F238E27FC236}">
                <a16:creationId xmlns:a16="http://schemas.microsoft.com/office/drawing/2014/main" id="{4EA82D5A-E3EE-D593-017D-70E2C8D7B66A}"/>
              </a:ext>
            </a:extLst>
          </p:cNvPr>
          <p:cNvSpPr/>
          <p:nvPr/>
        </p:nvSpPr>
        <p:spPr>
          <a:xfrm>
            <a:off x="1017842" y="1699238"/>
            <a:ext cx="17163729" cy="1615250"/>
          </a:xfrm>
          <a:prstGeom prst="rect">
            <a:avLst/>
          </a:prstGeom>
        </p:spPr>
        <p:txBody>
          <a:bodyPr wrap="square">
            <a:spAutoFit/>
          </a:bodyPr>
          <a:lstStyle/>
          <a:p>
            <a:pPr lvl="2">
              <a:lnSpc>
                <a:spcPct val="107000"/>
              </a:lnSpc>
              <a:spcBef>
                <a:spcPts val="300"/>
              </a:spcBef>
            </a:pPr>
            <a:endParaRPr lang="en-US" sz="3000" kern="100">
              <a:latin typeface="Arial" panose="020B0604020202020204" pitchFamily="34" charset="0"/>
              <a:cs typeface="Arial" panose="020B0604020202020204" pitchFamily="34" charset="0"/>
            </a:endParaRPr>
          </a:p>
          <a:p>
            <a:pPr marL="1200150" lvl="1" indent="-514350">
              <a:lnSpc>
                <a:spcPct val="107000"/>
              </a:lnSpc>
              <a:spcBef>
                <a:spcPts val="300"/>
              </a:spcBef>
              <a:buFont typeface="Wingdings" panose="05000000000000000000" pitchFamily="2" charset="2"/>
              <a:buChar char="ü"/>
            </a:pPr>
            <a:endParaRPr lang="en-US" sz="3000" kern="100">
              <a:latin typeface="Arial" panose="020B0604020202020204" pitchFamily="34" charset="0"/>
              <a:ea typeface="Times New Roman" panose="02020603050405020304" pitchFamily="18" charset="0"/>
              <a:cs typeface="Arial" panose="020B0604020202020204" pitchFamily="34" charset="0"/>
            </a:endParaRPr>
          </a:p>
          <a:p>
            <a:pPr marL="1200150" lvl="1" indent="-514350">
              <a:lnSpc>
                <a:spcPct val="107000"/>
              </a:lnSpc>
              <a:spcBef>
                <a:spcPts val="300"/>
              </a:spcBef>
              <a:buFont typeface="Wingdings" panose="05000000000000000000" pitchFamily="2" charset="2"/>
              <a:buChar char="ü"/>
            </a:pPr>
            <a:endParaRPr lang="en-US" sz="3000" kern="100">
              <a:latin typeface="Arial" panose="020B0604020202020204" pitchFamily="34" charset="0"/>
              <a:ea typeface="Times New Roman" panose="02020603050405020304" pitchFamily="18" charset="0"/>
              <a:cs typeface="Arial" panose="020B0604020202020204" pitchFamily="34" charset="0"/>
            </a:endParaRPr>
          </a:p>
        </p:txBody>
      </p:sp>
      <p:sp>
        <p:nvSpPr>
          <p:cNvPr id="15" name="Rectangle 14"/>
          <p:cNvSpPr/>
          <p:nvPr/>
        </p:nvSpPr>
        <p:spPr>
          <a:xfrm>
            <a:off x="2481278" y="1290191"/>
            <a:ext cx="4214052" cy="8449557"/>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428625" indent="-428625">
              <a:lnSpc>
                <a:spcPct val="150000"/>
              </a:lnSpc>
              <a:buFont typeface="Wingdings" panose="05000000000000000000" pitchFamily="2" charset="2"/>
              <a:buChar char="v"/>
            </a:pPr>
            <a:endPar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endPar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r>
              <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Dữ liệu có cấu trúc</a:t>
            </a:r>
          </a:p>
          <a:p>
            <a:pPr marL="428625" indent="-428625">
              <a:lnSpc>
                <a:spcPct val="150000"/>
              </a:lnSpc>
              <a:buFont typeface="Wingdings" panose="05000000000000000000" pitchFamily="2" charset="2"/>
              <a:buChar char="v"/>
            </a:pPr>
            <a:r>
              <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Dữ liệu bán cấu trúc</a:t>
            </a:r>
          </a:p>
          <a:p>
            <a:pPr marL="428625" indent="-428625">
              <a:lnSpc>
                <a:spcPct val="150000"/>
              </a:lnSpc>
              <a:buFont typeface="Wingdings" panose="05000000000000000000" pitchFamily="2" charset="2"/>
              <a:buChar char="v"/>
            </a:pPr>
            <a:r>
              <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Dữ liệu phi cấu trúc</a:t>
            </a:r>
          </a:p>
          <a:p>
            <a:pPr marL="428625" indent="-428625">
              <a:lnSpc>
                <a:spcPct val="150000"/>
              </a:lnSpc>
              <a:buFont typeface="Wingdings" panose="05000000000000000000" pitchFamily="2" charset="2"/>
              <a:buChar char="v"/>
            </a:pPr>
            <a:endPar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ü"/>
            </a:pPr>
            <a:endPar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a:p>
            <a:pPr algn="ctr"/>
            <a:endParaRPr lang="en-US" sz="2100"/>
          </a:p>
        </p:txBody>
      </p:sp>
      <p:sp>
        <p:nvSpPr>
          <p:cNvPr id="16" name="Rectangle: Rounded Corners 6">
            <a:extLst>
              <a:ext uri="{FF2B5EF4-FFF2-40B4-BE49-F238E27FC236}">
                <a16:creationId xmlns:a16="http://schemas.microsoft.com/office/drawing/2014/main" id="{B54AE247-617A-8C99-1409-F469684B0728}"/>
              </a:ext>
            </a:extLst>
          </p:cNvPr>
          <p:cNvSpPr/>
          <p:nvPr/>
        </p:nvSpPr>
        <p:spPr>
          <a:xfrm>
            <a:off x="2932225" y="1696976"/>
            <a:ext cx="3309914" cy="1193619"/>
          </a:xfrm>
          <a:prstGeom prst="roundRect">
            <a:avLst/>
          </a:prstGeom>
          <a:solidFill>
            <a:schemeClr val="bg1">
              <a:lumMod val="95000"/>
            </a:schemeClr>
          </a:solidFill>
          <a:ln w="9525" cap="sq">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RAW</a:t>
            </a:r>
          </a:p>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(Bronze Zone)</a:t>
            </a:r>
          </a:p>
        </p:txBody>
      </p:sp>
      <p:sp>
        <p:nvSpPr>
          <p:cNvPr id="17" name="Rectangle 16"/>
          <p:cNvSpPr/>
          <p:nvPr/>
        </p:nvSpPr>
        <p:spPr>
          <a:xfrm>
            <a:off x="6693084" y="1304044"/>
            <a:ext cx="4121439" cy="8435705"/>
          </a:xfrm>
          <a:prstGeom prst="rect">
            <a:avLst/>
          </a:prstGeom>
          <a:solidFill>
            <a:schemeClr val="bg1">
              <a:lumMod val="65000"/>
              <a:alpha val="60000"/>
            </a:schemeClr>
          </a:solidFill>
          <a:ln w="9525" cap="sq">
            <a:solidFill>
              <a:schemeClr val="bg1">
                <a:lumMod val="8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514350" indent="-514350">
              <a:lnSpc>
                <a:spcPct val="107000"/>
              </a:lnSpc>
              <a:spcAft>
                <a:spcPts val="1200"/>
              </a:spcAft>
              <a:buFont typeface="Wingdings" panose="05000000000000000000" pitchFamily="2" charset="2"/>
              <a:buChar char="v"/>
            </a:pPr>
            <a:endParaRPr lang="en-US" sz="2100" b="1" kern="100">
              <a:solidFill>
                <a:schemeClr val="dk1"/>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schemeClr val="dk1"/>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schemeClr val="dk1"/>
              </a:solidFill>
              <a:latin typeface="Arial" panose="020B0604020202020204" pitchFamily="34" charset="0"/>
              <a:ea typeface="Calibri" panose="020F0502020204030204" pitchFamily="34" charset="0"/>
              <a:cs typeface="Arial" panose="020B0604020202020204" pitchFamily="34" charset="0"/>
            </a:endParaRPr>
          </a:p>
          <a:p>
            <a:pPr marL="514350" indent="-514350">
              <a:lnSpc>
                <a:spcPct val="107000"/>
              </a:lnSpc>
              <a:spcAft>
                <a:spcPts val="1200"/>
              </a:spcAft>
              <a:buFont typeface="Wingdings" panose="05000000000000000000" pitchFamily="2" charset="2"/>
              <a:buChar char="v"/>
            </a:pPr>
            <a:endParaRPr lang="en-US" sz="2100" b="1" kern="100">
              <a:solidFill>
                <a:schemeClr val="dk1"/>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r>
              <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Dữ liệu có cấu trúc</a:t>
            </a:r>
          </a:p>
        </p:txBody>
      </p:sp>
      <p:sp>
        <p:nvSpPr>
          <p:cNvPr id="18" name="Rectangle: Rounded Corners 17">
            <a:extLst>
              <a:ext uri="{FF2B5EF4-FFF2-40B4-BE49-F238E27FC236}">
                <a16:creationId xmlns:a16="http://schemas.microsoft.com/office/drawing/2014/main" id="{9410AF84-7D48-0654-0390-381D3332D5A7}"/>
              </a:ext>
            </a:extLst>
          </p:cNvPr>
          <p:cNvSpPr/>
          <p:nvPr/>
        </p:nvSpPr>
        <p:spPr>
          <a:xfrm>
            <a:off x="7104711" y="1723222"/>
            <a:ext cx="3217173" cy="1167374"/>
          </a:xfrm>
          <a:prstGeom prst="roundRect">
            <a:avLst/>
          </a:prstGeom>
          <a:solidFill>
            <a:schemeClr val="bg1">
              <a:lumMod val="95000"/>
            </a:schemeClr>
          </a:solidFill>
          <a:ln w="9525" cap="sq">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STANDARDIZED</a:t>
            </a:r>
          </a:p>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(Silver Zone)</a:t>
            </a:r>
          </a:p>
        </p:txBody>
      </p:sp>
      <p:sp>
        <p:nvSpPr>
          <p:cNvPr id="19" name="Rectangle 18"/>
          <p:cNvSpPr/>
          <p:nvPr/>
        </p:nvSpPr>
        <p:spPr>
          <a:xfrm>
            <a:off x="10814524" y="1301468"/>
            <a:ext cx="4211807" cy="8450207"/>
          </a:xfrm>
          <a:prstGeom prst="rect">
            <a:avLst/>
          </a:prstGeom>
          <a:solidFill>
            <a:schemeClr val="bg2">
              <a:lumMod val="60000"/>
              <a:lumOff val="40000"/>
            </a:schemeClr>
          </a:solidFill>
          <a:ln w="9525" cap="sq">
            <a:solidFill>
              <a:schemeClr val="bg2">
                <a:lumMod val="60000"/>
                <a:lumOff val="40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buFont typeface="Wingdings" panose="05000000000000000000" pitchFamily="2" charset="2"/>
              <a:buChar char="v"/>
            </a:pPr>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a:p>
            <a:pPr marL="428625" indent="-428625">
              <a:lnSpc>
                <a:spcPct val="150000"/>
              </a:lnSpc>
              <a:buFont typeface="Wingdings" panose="05000000000000000000" pitchFamily="2" charset="2"/>
              <a:buChar char="v"/>
            </a:pPr>
            <a:r>
              <a:rPr lang="en-US" sz="2100" b="1"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Dữ liệu có cấu trúc</a:t>
            </a:r>
          </a:p>
          <a:p>
            <a:endParaRPr lang="en-US" sz="2100" b="1">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
        <p:nvSpPr>
          <p:cNvPr id="20" name="Rectangle: Rounded Corners 73">
            <a:extLst>
              <a:ext uri="{FF2B5EF4-FFF2-40B4-BE49-F238E27FC236}">
                <a16:creationId xmlns:a16="http://schemas.microsoft.com/office/drawing/2014/main" id="{62301070-D9A0-5522-43F6-39E67D52729E}"/>
              </a:ext>
            </a:extLst>
          </p:cNvPr>
          <p:cNvSpPr/>
          <p:nvPr/>
        </p:nvSpPr>
        <p:spPr>
          <a:xfrm>
            <a:off x="11265470" y="1723222"/>
            <a:ext cx="3261354" cy="1167374"/>
          </a:xfrm>
          <a:prstGeom prst="roundRect">
            <a:avLst/>
          </a:prstGeom>
          <a:solidFill>
            <a:srgbClr val="FFFFCC"/>
          </a:solidFill>
          <a:ln w="9525" cap="sq">
            <a:noFill/>
            <a:round/>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CURATED</a:t>
            </a:r>
          </a:p>
          <a:p>
            <a:pPr algn="ctr"/>
            <a:r>
              <a:rPr lang="en-US" sz="2100" b="1">
                <a:solidFill>
                  <a:schemeClr val="tx1"/>
                </a:solidFill>
                <a:latin typeface="Arial" panose="020B0604020202020204" pitchFamily="34" charset="0"/>
                <a:ea typeface="Calibri" panose="020F0502020204030204" pitchFamily="34" charset="0"/>
                <a:cs typeface="Arial" panose="020B0604020202020204" pitchFamily="34" charset="0"/>
              </a:rPr>
              <a:t>(Gold Zone)</a:t>
            </a:r>
          </a:p>
        </p:txBody>
      </p:sp>
      <p:sp>
        <p:nvSpPr>
          <p:cNvPr id="21" name="Rectangle: Rounded Corners 10">
            <a:extLst>
              <a:ext uri="{FF2B5EF4-FFF2-40B4-BE49-F238E27FC236}">
                <a16:creationId xmlns:a16="http://schemas.microsoft.com/office/drawing/2014/main" id="{E99B5BB1-0148-9994-0175-7CE596F46B80}"/>
              </a:ext>
            </a:extLst>
          </p:cNvPr>
          <p:cNvSpPr/>
          <p:nvPr/>
        </p:nvSpPr>
        <p:spPr>
          <a:xfrm>
            <a:off x="1672773" y="7468298"/>
            <a:ext cx="15003783" cy="1788761"/>
          </a:xfrm>
          <a:prstGeom prst="roundRect">
            <a:avLst>
              <a:gd name="adj" fmla="val 0"/>
            </a:avLst>
          </a:prstGeom>
          <a:solidFill>
            <a:schemeClr val="bg1">
              <a:lumMod val="65000"/>
            </a:schemeClr>
          </a:solidFill>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vert="vert270" rtlCol="0" anchor="t" anchorCtr="0"/>
          <a:lstStyle/>
          <a:p>
            <a:pPr algn="ctr"/>
            <a:r>
              <a:rPr lang="en-US" sz="2100" b="1">
                <a:solidFill>
                  <a:schemeClr val="tx1"/>
                </a:solidFill>
                <a:latin typeface="Arial" panose="020B0604020202020204" pitchFamily="34" charset="0"/>
                <a:cs typeface="Arial" panose="020B0604020202020204" pitchFamily="34" charset="0"/>
              </a:rPr>
              <a:t>Lưu </a:t>
            </a:r>
            <a:r>
              <a:rPr lang="en-US" sz="2100" b="1" err="1">
                <a:solidFill>
                  <a:schemeClr val="tx1"/>
                </a:solidFill>
                <a:latin typeface="Arial" panose="020B0604020202020204" pitchFamily="34" charset="0"/>
                <a:cs typeface="Arial" panose="020B0604020202020204" pitchFamily="34" charset="0"/>
              </a:rPr>
              <a:t>trữ</a:t>
            </a:r>
            <a:endParaRPr lang="en-US" sz="2100" b="1">
              <a:solidFill>
                <a:schemeClr val="tx1"/>
              </a:solidFill>
              <a:latin typeface="Arial" panose="020B0604020202020204" pitchFamily="34" charset="0"/>
              <a:cs typeface="Arial" panose="020B0604020202020204" pitchFamily="34" charset="0"/>
            </a:endParaRPr>
          </a:p>
        </p:txBody>
      </p:sp>
      <p:sp>
        <p:nvSpPr>
          <p:cNvPr id="25" name="Rectangle: Rounded Corners 15">
            <a:extLst>
              <a:ext uri="{FF2B5EF4-FFF2-40B4-BE49-F238E27FC236}">
                <a16:creationId xmlns:a16="http://schemas.microsoft.com/office/drawing/2014/main" id="{190285B9-A592-3A05-CAC9-1D1591BEB5E9}"/>
              </a:ext>
            </a:extLst>
          </p:cNvPr>
          <p:cNvSpPr/>
          <p:nvPr/>
        </p:nvSpPr>
        <p:spPr>
          <a:xfrm>
            <a:off x="2635920" y="8514647"/>
            <a:ext cx="12061936" cy="59195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rial" panose="020B0604020202020204" pitchFamily="34" charset="0"/>
                <a:cs typeface="Arial" panose="020B0604020202020204" pitchFamily="34" charset="0"/>
              </a:rPr>
              <a:t>Non fast Access</a:t>
            </a:r>
          </a:p>
        </p:txBody>
      </p:sp>
      <p:sp>
        <p:nvSpPr>
          <p:cNvPr id="26" name="Rectangle: Rounded Corners 15">
            <a:extLst>
              <a:ext uri="{FF2B5EF4-FFF2-40B4-BE49-F238E27FC236}">
                <a16:creationId xmlns:a16="http://schemas.microsoft.com/office/drawing/2014/main" id="{190285B9-A592-3A05-CAC9-1D1591BEB5E9}"/>
              </a:ext>
            </a:extLst>
          </p:cNvPr>
          <p:cNvSpPr/>
          <p:nvPr/>
        </p:nvSpPr>
        <p:spPr>
          <a:xfrm>
            <a:off x="2635919" y="7674791"/>
            <a:ext cx="12061936" cy="58655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rial" panose="020B0604020202020204" pitchFamily="34" charset="0"/>
                <a:cs typeface="Arial" panose="020B0604020202020204" pitchFamily="34" charset="0"/>
              </a:rPr>
              <a:t>Fast Access</a:t>
            </a:r>
          </a:p>
        </p:txBody>
      </p:sp>
      <p:sp>
        <p:nvSpPr>
          <p:cNvPr id="27" name="Rectangle: Rounded Corners 10">
            <a:extLst>
              <a:ext uri="{FF2B5EF4-FFF2-40B4-BE49-F238E27FC236}">
                <a16:creationId xmlns:a16="http://schemas.microsoft.com/office/drawing/2014/main" id="{E99B5BB1-0148-9994-0175-7CE596F46B80}"/>
              </a:ext>
            </a:extLst>
          </p:cNvPr>
          <p:cNvSpPr/>
          <p:nvPr/>
        </p:nvSpPr>
        <p:spPr>
          <a:xfrm>
            <a:off x="1672773" y="5219134"/>
            <a:ext cx="15003783" cy="1799126"/>
          </a:xfrm>
          <a:prstGeom prst="roundRect">
            <a:avLst>
              <a:gd name="adj" fmla="val 0"/>
            </a:avLst>
          </a:prstGeom>
          <a:solidFill>
            <a:schemeClr val="bg1">
              <a:lumMod val="75000"/>
            </a:schemeClr>
          </a:solidFill>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vert="vert270" rtlCol="0" anchor="t" anchorCtr="0"/>
          <a:lstStyle/>
          <a:p>
            <a:pPr algn="ctr"/>
            <a:r>
              <a:rPr lang="en-US" sz="2100" b="1">
                <a:solidFill>
                  <a:schemeClr val="tx1"/>
                </a:solidFill>
                <a:latin typeface="Arial" panose="020B0604020202020204" pitchFamily="34" charset="0"/>
                <a:cs typeface="Arial" panose="020B0604020202020204" pitchFamily="34" charset="0"/>
              </a:rPr>
              <a:t>Định dang lưu trữ</a:t>
            </a:r>
          </a:p>
        </p:txBody>
      </p:sp>
      <p:sp>
        <p:nvSpPr>
          <p:cNvPr id="33" name="Rectangle 32"/>
          <p:cNvSpPr/>
          <p:nvPr/>
        </p:nvSpPr>
        <p:spPr>
          <a:xfrm>
            <a:off x="7112787" y="5316583"/>
            <a:ext cx="2380542" cy="517193"/>
          </a:xfrm>
          <a:prstGeom prst="rect">
            <a:avLst/>
          </a:prstGeom>
        </p:spPr>
        <p:txBody>
          <a:bodyPr wrap="square">
            <a:spAutoFit/>
          </a:bodyPr>
          <a:lstStyle/>
          <a:p>
            <a:pPr marL="428625" indent="-428625">
              <a:lnSpc>
                <a:spcPct val="150000"/>
              </a:lnSpc>
              <a:buFont typeface="Wingdings" panose="05000000000000000000" pitchFamily="2" charset="2"/>
              <a:buChar char="ü"/>
            </a:pPr>
            <a:r>
              <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Delta</a:t>
            </a:r>
          </a:p>
        </p:txBody>
      </p:sp>
      <p:sp>
        <p:nvSpPr>
          <p:cNvPr id="34" name="Rectangle 33"/>
          <p:cNvSpPr/>
          <p:nvPr/>
        </p:nvSpPr>
        <p:spPr>
          <a:xfrm>
            <a:off x="11087081" y="5293763"/>
            <a:ext cx="2380542" cy="517193"/>
          </a:xfrm>
          <a:prstGeom prst="rect">
            <a:avLst/>
          </a:prstGeom>
        </p:spPr>
        <p:txBody>
          <a:bodyPr wrap="square">
            <a:spAutoFit/>
          </a:bodyPr>
          <a:lstStyle/>
          <a:p>
            <a:pPr marL="428625" indent="-428625">
              <a:lnSpc>
                <a:spcPct val="150000"/>
              </a:lnSpc>
              <a:buFont typeface="Wingdings" panose="05000000000000000000" pitchFamily="2" charset="2"/>
              <a:buChar char="ü"/>
            </a:pPr>
            <a:r>
              <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Delta</a:t>
            </a:r>
          </a:p>
        </p:txBody>
      </p:sp>
      <p:sp>
        <p:nvSpPr>
          <p:cNvPr id="35" name="Rectangle 34"/>
          <p:cNvSpPr/>
          <p:nvPr/>
        </p:nvSpPr>
        <p:spPr>
          <a:xfrm>
            <a:off x="2635918" y="5282740"/>
            <a:ext cx="4110485" cy="1486689"/>
          </a:xfrm>
          <a:prstGeom prst="rect">
            <a:avLst/>
          </a:prstGeom>
        </p:spPr>
        <p:txBody>
          <a:bodyPr wrap="square">
            <a:spAutoFit/>
          </a:bodyPr>
          <a:lstStyle/>
          <a:p>
            <a:pPr marL="428625" indent="-428625">
              <a:lnSpc>
                <a:spcPct val="150000"/>
              </a:lnSpc>
              <a:buFont typeface="Wingdings" panose="05000000000000000000" pitchFamily="2" charset="2"/>
              <a:buChar char="ü"/>
            </a:pPr>
            <a:r>
              <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Delta (có cấu trúc/bán cấu trúc)</a:t>
            </a:r>
          </a:p>
          <a:p>
            <a:pPr marL="428625" indent="-428625">
              <a:lnSpc>
                <a:spcPct val="150000"/>
              </a:lnSpc>
              <a:buFont typeface="Wingdings" panose="05000000000000000000" pitchFamily="2" charset="2"/>
              <a:buChar char="ü"/>
            </a:pPr>
            <a:r>
              <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rPr>
              <a:t>File (dữ liệu phi cấu trúc)</a:t>
            </a:r>
          </a:p>
        </p:txBody>
      </p:sp>
      <p:sp>
        <p:nvSpPr>
          <p:cNvPr id="36" name="Rectangle 35"/>
          <p:cNvSpPr/>
          <p:nvPr/>
        </p:nvSpPr>
        <p:spPr>
          <a:xfrm>
            <a:off x="4265932" y="5683967"/>
            <a:ext cx="4039682" cy="517193"/>
          </a:xfrm>
          <a:prstGeom prst="rect">
            <a:avLst/>
          </a:prstGeom>
        </p:spPr>
        <p:txBody>
          <a:bodyPr wrap="square">
            <a:spAutoFit/>
          </a:bodyPr>
          <a:lstStyle/>
          <a:p>
            <a:pPr marL="428625" indent="-428625">
              <a:lnSpc>
                <a:spcPct val="150000"/>
              </a:lnSpc>
              <a:buFont typeface="Wingdings" panose="05000000000000000000" pitchFamily="2" charset="2"/>
              <a:buChar char="ü"/>
            </a:pPr>
            <a:endParaRPr lang="en-US" sz="2100" kern="100">
              <a:solidFill>
                <a:schemeClr val="bg2">
                  <a:lumMod val="10000"/>
                </a:schemeClr>
              </a:solidFill>
              <a:latin typeface="Arial" panose="020B0604020202020204" pitchFamily="34" charset="0"/>
              <a:ea typeface="Calibri" panose="020F0502020204030204" pitchFamily="34" charset="0"/>
              <a:cs typeface="Arial" panose="020B0604020202020204" pitchFamily="34" charset="0"/>
            </a:endParaRPr>
          </a:p>
        </p:txBody>
      </p:sp>
      <p:sp>
        <p:nvSpPr>
          <p:cNvPr id="22" name="TextBox 21"/>
          <p:cNvSpPr txBox="1"/>
          <p:nvPr/>
        </p:nvSpPr>
        <p:spPr>
          <a:xfrm>
            <a:off x="15369165" y="7713323"/>
            <a:ext cx="1112519" cy="1200329"/>
          </a:xfrm>
          <a:prstGeom prst="rect">
            <a:avLst/>
          </a:prstGeom>
          <a:noFill/>
        </p:spPr>
        <p:txBody>
          <a:bodyPr wrap="square" rtlCol="0">
            <a:spAutoFit/>
          </a:bodyPr>
          <a:lstStyle/>
          <a:p>
            <a:pPr algn="ctr"/>
            <a:r>
              <a:rPr lang="en-US">
                <a:latin typeface="Arial" panose="020B0604020202020204" pitchFamily="34" charset="0"/>
                <a:cs typeface="Arial" panose="020B0604020202020204" pitchFamily="34" charset="0"/>
              </a:rPr>
              <a:t>Data Life cycle</a:t>
            </a:r>
          </a:p>
          <a:p>
            <a:pPr algn="ctr"/>
            <a:r>
              <a:rPr lang="en-US">
                <a:latin typeface="Arial" panose="020B0604020202020204" pitchFamily="34" charset="0"/>
                <a:cs typeface="Arial" panose="020B0604020202020204" pitchFamily="34" charset="0"/>
              </a:rPr>
              <a:t>management</a:t>
            </a:r>
          </a:p>
        </p:txBody>
      </p:sp>
      <p:sp>
        <p:nvSpPr>
          <p:cNvPr id="23" name="Curved Left Arrow 22"/>
          <p:cNvSpPr/>
          <p:nvPr/>
        </p:nvSpPr>
        <p:spPr>
          <a:xfrm>
            <a:off x="14816666" y="7829358"/>
            <a:ext cx="626442" cy="1168992"/>
          </a:xfrm>
          <a:prstGeom prst="curvedLeftArrow">
            <a:avLst>
              <a:gd name="adj1" fmla="val 24053"/>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Tree>
    <p:extLst>
      <p:ext uri="{BB962C8B-B14F-4D97-AF65-F5344CB8AC3E}">
        <p14:creationId xmlns:p14="http://schemas.microsoft.com/office/powerpoint/2010/main" val="3006740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1E1E3-7A4A-1B07-92CD-14493DA4DE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B3BB56-FB8F-5EAC-CBB3-E40429E5104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4" name="Freeform 4">
            <a:extLst>
              <a:ext uri="{FF2B5EF4-FFF2-40B4-BE49-F238E27FC236}">
                <a16:creationId xmlns:a16="http://schemas.microsoft.com/office/drawing/2014/main" id="{BD807380-215F-E68E-B305-4A4D366B0CB5}"/>
              </a:ext>
            </a:extLst>
          </p:cNvPr>
          <p:cNvSpPr/>
          <p:nvPr/>
        </p:nvSpPr>
        <p:spPr>
          <a:xfrm>
            <a:off x="2269977" y="0"/>
            <a:ext cx="13592324" cy="1075639"/>
          </a:xfrm>
          <a:custGeom>
            <a:avLst/>
            <a:gdLst/>
            <a:ahLst/>
            <a:cxnLst/>
            <a:rect l="l" t="t" r="r" b="b"/>
            <a:pathLst>
              <a:path w="18123098" h="1434186">
                <a:moveTo>
                  <a:pt x="0" y="0"/>
                </a:moveTo>
                <a:lnTo>
                  <a:pt x="18123098" y="0"/>
                </a:lnTo>
                <a:lnTo>
                  <a:pt x="18123098" y="1434186"/>
                </a:lnTo>
                <a:lnTo>
                  <a:pt x="0" y="1434186"/>
                </a:lnTo>
                <a:close/>
              </a:path>
            </a:pathLst>
          </a:custGeom>
          <a:solidFill>
            <a:srgbClr val="000000">
              <a:alpha val="0"/>
            </a:srgbClr>
          </a:solidFill>
        </p:spPr>
        <p:txBody>
          <a:bodyPr/>
          <a:lstStyle/>
          <a:p>
            <a:endParaRPr lang="en-US"/>
          </a:p>
        </p:txBody>
      </p:sp>
      <p:sp>
        <p:nvSpPr>
          <p:cNvPr id="8" name="TextBox 7">
            <a:extLst>
              <a:ext uri="{FF2B5EF4-FFF2-40B4-BE49-F238E27FC236}">
                <a16:creationId xmlns:a16="http://schemas.microsoft.com/office/drawing/2014/main" id="{45BCB287-943C-9AAE-9073-717B46B1A237}"/>
              </a:ext>
            </a:extLst>
          </p:cNvPr>
          <p:cNvSpPr txBox="1"/>
          <p:nvPr/>
        </p:nvSpPr>
        <p:spPr>
          <a:xfrm>
            <a:off x="1295400" y="3467100"/>
            <a:ext cx="15849600" cy="1195199"/>
          </a:xfrm>
          <a:prstGeom prst="rect">
            <a:avLst/>
          </a:prstGeom>
          <a:noFill/>
        </p:spPr>
        <p:txBody>
          <a:bodyPr wrap="square" lIns="91440" tIns="45720" rIns="91440" bIns="45720" anchor="t">
            <a:spAutoFit/>
          </a:bodyPr>
          <a:lstStyle/>
          <a:p>
            <a:pPr algn="ctr">
              <a:lnSpc>
                <a:spcPts val="8640"/>
              </a:lnSpc>
            </a:pPr>
            <a:r>
              <a:rPr lang="en-US" sz="8000" b="1">
                <a:solidFill>
                  <a:schemeClr val="accent3">
                    <a:lumMod val="75000"/>
                  </a:schemeClr>
                </a:solidFill>
                <a:latin typeface="Calibri (MS) Bold"/>
                <a:ea typeface="+mn-lt"/>
                <a:cs typeface="Calibri (MS) Bold"/>
                <a:sym typeface="Calibri (MS) Bold"/>
              </a:rPr>
              <a:t>2. </a:t>
            </a:r>
            <a:r>
              <a:rPr lang="vi-VN" sz="8000" b="1">
                <a:solidFill>
                  <a:schemeClr val="accent3">
                    <a:lumMod val="75000"/>
                  </a:schemeClr>
                </a:solidFill>
                <a:latin typeface="Calibri (MS) Bold"/>
                <a:ea typeface="+mn-lt"/>
                <a:cs typeface="Calibri (MS) Bold"/>
                <a:sym typeface="Calibri (MS) Bold"/>
              </a:rPr>
              <a:t>Phương án tổ chức dữ liệu</a:t>
            </a:r>
            <a:endParaRPr lang="en-US" sz="8000" b="1">
              <a:solidFill>
                <a:schemeClr val="accent3">
                  <a:lumMod val="75000"/>
                </a:schemeClr>
              </a:solidFill>
              <a:latin typeface="Calibri (MS) Bold"/>
              <a:ea typeface="Calibri"/>
              <a:cs typeface="Calibri (MS) Bold"/>
            </a:endParaRPr>
          </a:p>
        </p:txBody>
      </p:sp>
    </p:spTree>
    <p:extLst>
      <p:ext uri="{BB962C8B-B14F-4D97-AF65-F5344CB8AC3E}">
        <p14:creationId xmlns:p14="http://schemas.microsoft.com/office/powerpoint/2010/main" val="25815001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2.1</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Phương án xây dựng mô hình tổ chức dữ liệu</a:t>
            </a:r>
            <a:endParaRPr lang="x-none"/>
          </a:p>
        </p:txBody>
      </p:sp>
      <p:sp>
        <p:nvSpPr>
          <p:cNvPr id="13" name="TextBox 12"/>
          <p:cNvSpPr txBox="1"/>
          <p:nvPr/>
        </p:nvSpPr>
        <p:spPr>
          <a:xfrm>
            <a:off x="928516" y="1434537"/>
            <a:ext cx="16597283" cy="1635256"/>
          </a:xfrm>
          <a:prstGeom prst="rect">
            <a:avLst/>
          </a:prstGeom>
          <a:noFill/>
        </p:spPr>
        <p:txBody>
          <a:bodyPr wrap="square" rtlCol="0">
            <a:spAutoFit/>
          </a:bodyPr>
          <a:lstStyle/>
          <a:p>
            <a:pPr marL="428625" indent="-428625">
              <a:lnSpc>
                <a:spcPct val="200000"/>
              </a:lnSpc>
              <a:buFont typeface="Wingdings" panose="05000000000000000000" pitchFamily="2" charset="2"/>
              <a:buChar char="ü"/>
            </a:pPr>
            <a:r>
              <a:rPr lang="en-US" sz="2700" err="1">
                <a:solidFill>
                  <a:prstClr val="black"/>
                </a:solidFill>
                <a:latin typeface="Arial" panose="020B0604020202020204" pitchFamily="34" charset="0"/>
                <a:cs typeface="Arial" panose="020B0604020202020204" pitchFamily="34" charset="0"/>
              </a:rPr>
              <a:t>Mô</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hình</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hóa</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dữ</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liệu</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độc</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lập</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với</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hệ</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thống</a:t>
            </a:r>
            <a:r>
              <a:rPr lang="en-US" sz="2700">
                <a:solidFill>
                  <a:prstClr val="black"/>
                </a:solidFill>
                <a:latin typeface="Arial" panose="020B0604020202020204" pitchFamily="34" charset="0"/>
                <a:cs typeface="Arial" panose="020B0604020202020204" pitchFamily="34" charset="0"/>
              </a:rPr>
              <a:t>, </a:t>
            </a:r>
            <a:r>
              <a:rPr lang="en-US" sz="2700" err="1">
                <a:solidFill>
                  <a:prstClr val="black"/>
                </a:solidFill>
                <a:latin typeface="Arial" panose="020B0604020202020204" pitchFamily="34" charset="0"/>
                <a:cs typeface="Arial" panose="020B0604020202020204" pitchFamily="34" charset="0"/>
              </a:rPr>
              <a:t>ứng</a:t>
            </a:r>
            <a:r>
              <a:rPr lang="en-US" sz="2700">
                <a:solidFill>
                  <a:prstClr val="black"/>
                </a:solidFill>
                <a:latin typeface="Arial" panose="020B0604020202020204" pitchFamily="34" charset="0"/>
                <a:cs typeface="Arial" panose="020B0604020202020204" pitchFamily="34" charset="0"/>
              </a:rPr>
              <a:t> dụng.</a:t>
            </a:r>
          </a:p>
          <a:p>
            <a:pPr marL="428625" indent="-428625">
              <a:lnSpc>
                <a:spcPct val="200000"/>
              </a:lnSpc>
              <a:buFont typeface="Wingdings" panose="05000000000000000000" pitchFamily="2" charset="2"/>
              <a:buChar char="ü"/>
            </a:pPr>
            <a:r>
              <a:rPr lang="en-US" sz="2700">
                <a:solidFill>
                  <a:prstClr val="black"/>
                </a:solidFill>
                <a:latin typeface="Arial" panose="020B0604020202020204" pitchFamily="34" charset="0"/>
                <a:cs typeface="Arial" panose="020B0604020202020204" pitchFamily="34" charset="0"/>
              </a:rPr>
              <a:t>S</a:t>
            </a:r>
            <a:r>
              <a:rPr lang="vi-VN" sz="2700">
                <a:solidFill>
                  <a:prstClr val="black"/>
                </a:solidFill>
                <a:cs typeface="Arial" panose="020B0604020202020204" pitchFamily="34" charset="0"/>
              </a:rPr>
              <a:t>ử dụng logic </a:t>
            </a:r>
            <a:r>
              <a:rPr lang="en-US" sz="2700">
                <a:solidFill>
                  <a:prstClr val="black"/>
                </a:solidFill>
                <a:cs typeface="Arial" panose="020B0604020202020204" pitchFamily="34" charset="0"/>
              </a:rPr>
              <a:t>bank-wise </a:t>
            </a:r>
            <a:r>
              <a:rPr lang="vi-VN" sz="2700">
                <a:solidFill>
                  <a:prstClr val="black"/>
                </a:solidFill>
                <a:cs typeface="Arial" panose="020B0604020202020204" pitchFamily="34" charset="0"/>
              </a:rPr>
              <a:t>và các thuật ngữ chung để mô tả </a:t>
            </a:r>
            <a:r>
              <a:rPr lang="en-US" sz="2700" err="1">
                <a:solidFill>
                  <a:prstClr val="black"/>
                </a:solidFill>
                <a:latin typeface="Arial" panose="020B0604020202020204" pitchFamily="34" charset="0"/>
                <a:cs typeface="Arial" panose="020B0604020202020204" pitchFamily="34" charset="0"/>
              </a:rPr>
              <a:t>nghiệp</a:t>
            </a:r>
            <a:r>
              <a:rPr lang="en-US" sz="2700">
                <a:solidFill>
                  <a:prstClr val="black"/>
                </a:solidFill>
                <a:latin typeface="Arial" panose="020B0604020202020204" pitchFamily="34" charset="0"/>
                <a:cs typeface="Arial" panose="020B0604020202020204" pitchFamily="34" charset="0"/>
              </a:rPr>
              <a:t> vụ</a:t>
            </a:r>
            <a:r>
              <a:rPr lang="vi-VN" sz="2700">
                <a:solidFill>
                  <a:prstClr val="black"/>
                </a:solidFill>
                <a:cs typeface="Arial" panose="020B0604020202020204" pitchFamily="34" charset="0"/>
              </a:rPr>
              <a:t>.</a:t>
            </a:r>
            <a:endParaRPr lang="en-US" sz="2700">
              <a:solidFill>
                <a:prstClr val="black"/>
              </a:solidFill>
              <a:latin typeface="Arial" panose="020B0604020202020204" pitchFamily="34" charset="0"/>
              <a:cs typeface="Arial" panose="020B0604020202020204" pitchFamily="34" charset="0"/>
            </a:endParaRPr>
          </a:p>
        </p:txBody>
      </p:sp>
      <p:sp>
        <p:nvSpPr>
          <p:cNvPr id="8" name="Rectangle 7"/>
          <p:cNvSpPr/>
          <p:nvPr/>
        </p:nvSpPr>
        <p:spPr>
          <a:xfrm>
            <a:off x="8655240" y="7501986"/>
            <a:ext cx="2040672" cy="1003608"/>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sz="1650">
                <a:solidFill>
                  <a:prstClr val="black">
                    <a:lumMod val="85000"/>
                    <a:lumOff val="15000"/>
                  </a:prstClr>
                </a:solidFill>
              </a:rPr>
              <a:t>Product</a:t>
            </a:r>
          </a:p>
          <a:p>
            <a:r>
              <a:rPr lang="en-US" sz="1650">
                <a:solidFill>
                  <a:prstClr val="black">
                    <a:lumMod val="85000"/>
                    <a:lumOff val="15000"/>
                  </a:prstClr>
                </a:solidFill>
              </a:rPr>
              <a:t>Product ID</a:t>
            </a:r>
          </a:p>
          <a:p>
            <a:r>
              <a:rPr lang="en-US" sz="1650">
                <a:solidFill>
                  <a:prstClr val="black">
                    <a:lumMod val="85000"/>
                    <a:lumOff val="15000"/>
                  </a:prstClr>
                </a:solidFill>
              </a:rPr>
              <a:t>Product Name</a:t>
            </a:r>
          </a:p>
        </p:txBody>
      </p:sp>
      <p:sp>
        <p:nvSpPr>
          <p:cNvPr id="15" name="Rectangle 14"/>
          <p:cNvSpPr/>
          <p:nvPr/>
        </p:nvSpPr>
        <p:spPr>
          <a:xfrm>
            <a:off x="12150239" y="8505595"/>
            <a:ext cx="1873407" cy="1120694"/>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sz="1650">
                <a:solidFill>
                  <a:prstClr val="black">
                    <a:lumMod val="85000"/>
                    <a:lumOff val="15000"/>
                  </a:prstClr>
                </a:solidFill>
              </a:rPr>
              <a:t>Customer</a:t>
            </a:r>
          </a:p>
          <a:p>
            <a:r>
              <a:rPr lang="en-US" sz="1650">
                <a:solidFill>
                  <a:prstClr val="black">
                    <a:lumMod val="85000"/>
                    <a:lumOff val="15000"/>
                  </a:prstClr>
                </a:solidFill>
              </a:rPr>
              <a:t>Customer Id</a:t>
            </a:r>
          </a:p>
          <a:p>
            <a:r>
              <a:rPr lang="en-US" sz="1650">
                <a:solidFill>
                  <a:prstClr val="black">
                    <a:lumMod val="85000"/>
                    <a:lumOff val="15000"/>
                  </a:prstClr>
                </a:solidFill>
              </a:rPr>
              <a:t>Customer Name</a:t>
            </a:r>
          </a:p>
          <a:p>
            <a:r>
              <a:rPr lang="en-US" sz="1650">
                <a:solidFill>
                  <a:prstClr val="black">
                    <a:lumMod val="85000"/>
                    <a:lumOff val="15000"/>
                  </a:prstClr>
                </a:solidFill>
              </a:rPr>
              <a:t>Open Date</a:t>
            </a:r>
          </a:p>
        </p:txBody>
      </p:sp>
      <p:sp>
        <p:nvSpPr>
          <p:cNvPr id="16" name="Rectangle 15"/>
          <p:cNvSpPr/>
          <p:nvPr/>
        </p:nvSpPr>
        <p:spPr>
          <a:xfrm>
            <a:off x="15477973" y="7643958"/>
            <a:ext cx="2453189" cy="1723272"/>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sz="1650">
                <a:solidFill>
                  <a:prstClr val="black">
                    <a:lumMod val="85000"/>
                    <a:lumOff val="15000"/>
                  </a:prstClr>
                </a:solidFill>
              </a:rPr>
              <a:t>Transaction Id</a:t>
            </a:r>
          </a:p>
          <a:p>
            <a:r>
              <a:rPr lang="en-US" sz="1650">
                <a:solidFill>
                  <a:prstClr val="black">
                    <a:lumMod val="85000"/>
                    <a:lumOff val="15000"/>
                  </a:prstClr>
                </a:solidFill>
              </a:rPr>
              <a:t>Transaction No</a:t>
            </a:r>
          </a:p>
          <a:p>
            <a:r>
              <a:rPr lang="en-US" sz="1650">
                <a:solidFill>
                  <a:prstClr val="black">
                    <a:lumMod val="85000"/>
                    <a:lumOff val="15000"/>
                  </a:prstClr>
                </a:solidFill>
              </a:rPr>
              <a:t>Customer Id</a:t>
            </a:r>
          </a:p>
          <a:p>
            <a:r>
              <a:rPr lang="en-US" sz="1650">
                <a:solidFill>
                  <a:prstClr val="black">
                    <a:lumMod val="85000"/>
                    <a:lumOff val="15000"/>
                  </a:prstClr>
                </a:solidFill>
              </a:rPr>
              <a:t>Product Id</a:t>
            </a:r>
          </a:p>
          <a:p>
            <a:r>
              <a:rPr lang="en-US" sz="1650">
                <a:solidFill>
                  <a:prstClr val="black">
                    <a:lumMod val="85000"/>
                    <a:lumOff val="15000"/>
                  </a:prstClr>
                </a:solidFill>
              </a:rPr>
              <a:t>Transaction Amount</a:t>
            </a:r>
          </a:p>
          <a:p>
            <a:r>
              <a:rPr lang="en-US" sz="1650">
                <a:solidFill>
                  <a:prstClr val="black">
                    <a:lumMod val="85000"/>
                    <a:lumOff val="15000"/>
                  </a:prstClr>
                </a:solidFill>
              </a:rPr>
              <a:t>Description</a:t>
            </a:r>
          </a:p>
        </p:txBody>
      </p:sp>
      <p:cxnSp>
        <p:nvCxnSpPr>
          <p:cNvPr id="10" name="Straight Arrow Connector 9"/>
          <p:cNvCxnSpPr>
            <a:stCxn id="8" idx="3"/>
            <a:endCxn id="16" idx="1"/>
          </p:cNvCxnSpPr>
          <p:nvPr/>
        </p:nvCxnSpPr>
        <p:spPr>
          <a:xfrm>
            <a:off x="10695912" y="8003790"/>
            <a:ext cx="4782060" cy="501804"/>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5" idx="3"/>
            <a:endCxn id="16" idx="1"/>
          </p:cNvCxnSpPr>
          <p:nvPr/>
        </p:nvCxnSpPr>
        <p:spPr>
          <a:xfrm flipV="1">
            <a:off x="14023646" y="8505595"/>
            <a:ext cx="1454327" cy="560348"/>
          </a:xfrm>
          <a:prstGeom prst="straightConnector1">
            <a:avLst/>
          </a:prstGeom>
          <a:ln>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9DA55D4-9634-A232-5E8F-138911E3621D}"/>
              </a:ext>
            </a:extLst>
          </p:cNvPr>
          <p:cNvPicPr>
            <a:picLocks noChangeAspect="1"/>
          </p:cNvPicPr>
          <p:nvPr/>
        </p:nvPicPr>
        <p:blipFill>
          <a:blip r:embed="rId3"/>
          <a:stretch>
            <a:fillRect/>
          </a:stretch>
        </p:blipFill>
        <p:spPr>
          <a:xfrm>
            <a:off x="363217" y="4112608"/>
            <a:ext cx="7950609" cy="3003704"/>
          </a:xfrm>
          <a:prstGeom prst="rect">
            <a:avLst/>
          </a:prstGeom>
        </p:spPr>
      </p:pic>
      <p:pic>
        <p:nvPicPr>
          <p:cNvPr id="17" name="Picture 16">
            <a:extLst>
              <a:ext uri="{FF2B5EF4-FFF2-40B4-BE49-F238E27FC236}">
                <a16:creationId xmlns:a16="http://schemas.microsoft.com/office/drawing/2014/main" id="{8EF4CB37-C2CE-C971-9293-1317C9BCD7AC}"/>
              </a:ext>
            </a:extLst>
          </p:cNvPr>
          <p:cNvPicPr>
            <a:picLocks noChangeAspect="1"/>
          </p:cNvPicPr>
          <p:nvPr/>
        </p:nvPicPr>
        <p:blipFill>
          <a:blip r:embed="rId4"/>
          <a:stretch>
            <a:fillRect/>
          </a:stretch>
        </p:blipFill>
        <p:spPr>
          <a:xfrm>
            <a:off x="9777150" y="4294222"/>
            <a:ext cx="7562905" cy="2076465"/>
          </a:xfrm>
          <a:prstGeom prst="rect">
            <a:avLst/>
          </a:prstGeom>
        </p:spPr>
      </p:pic>
    </p:spTree>
    <p:extLst>
      <p:ext uri="{BB962C8B-B14F-4D97-AF65-F5344CB8AC3E}">
        <p14:creationId xmlns:p14="http://schemas.microsoft.com/office/powerpoint/2010/main" val="350813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2.1</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Phương án xây dựng mô hình tổ chức dữ liệu</a:t>
            </a:r>
            <a:endParaRPr lang="x-none"/>
          </a:p>
        </p:txBody>
      </p:sp>
      <p:sp>
        <p:nvSpPr>
          <p:cNvPr id="8" name="Curved Up Arrow 7"/>
          <p:cNvSpPr/>
          <p:nvPr/>
        </p:nvSpPr>
        <p:spPr>
          <a:xfrm rot="2032074">
            <a:off x="4127738" y="7164034"/>
            <a:ext cx="5024042" cy="1821908"/>
          </a:xfrm>
          <a:prstGeom prst="curvedUp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prstClr val="black"/>
              </a:solidFill>
            </a:endParaRPr>
          </a:p>
        </p:txBody>
      </p:sp>
      <p:pic>
        <p:nvPicPr>
          <p:cNvPr id="9" name="Picture 8">
            <a:extLst>
              <a:ext uri="{FF2B5EF4-FFF2-40B4-BE49-F238E27FC236}">
                <a16:creationId xmlns:a16="http://schemas.microsoft.com/office/drawing/2014/main" id="{09F21871-D5D6-233E-3339-B2B83E9D15F1}"/>
              </a:ext>
            </a:extLst>
          </p:cNvPr>
          <p:cNvPicPr>
            <a:picLocks noChangeAspect="1"/>
          </p:cNvPicPr>
          <p:nvPr/>
        </p:nvPicPr>
        <p:blipFill>
          <a:blip r:embed="rId3"/>
          <a:stretch>
            <a:fillRect/>
          </a:stretch>
        </p:blipFill>
        <p:spPr>
          <a:xfrm>
            <a:off x="363217" y="1318080"/>
            <a:ext cx="8928559" cy="4769095"/>
          </a:xfrm>
          <a:prstGeom prst="rect">
            <a:avLst/>
          </a:prstGeom>
        </p:spPr>
      </p:pic>
      <p:pic>
        <p:nvPicPr>
          <p:cNvPr id="13" name="Picture 12">
            <a:extLst>
              <a:ext uri="{FF2B5EF4-FFF2-40B4-BE49-F238E27FC236}">
                <a16:creationId xmlns:a16="http://schemas.microsoft.com/office/drawing/2014/main" id="{5855C2C7-DAAA-2643-6CB2-E3A30DA32ACF}"/>
              </a:ext>
            </a:extLst>
          </p:cNvPr>
          <p:cNvPicPr>
            <a:picLocks noChangeAspect="1"/>
          </p:cNvPicPr>
          <p:nvPr/>
        </p:nvPicPr>
        <p:blipFill>
          <a:blip r:embed="rId4"/>
          <a:stretch>
            <a:fillRect/>
          </a:stretch>
        </p:blipFill>
        <p:spPr>
          <a:xfrm>
            <a:off x="9233209" y="5493932"/>
            <a:ext cx="9042865" cy="4737343"/>
          </a:xfrm>
          <a:prstGeom prst="rect">
            <a:avLst/>
          </a:prstGeom>
        </p:spPr>
      </p:pic>
    </p:spTree>
    <p:extLst>
      <p:ext uri="{BB962C8B-B14F-4D97-AF65-F5344CB8AC3E}">
        <p14:creationId xmlns:p14="http://schemas.microsoft.com/office/powerpoint/2010/main" val="3695276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2.1</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Phương án xây dựng mô hình tổ chức dữ liệu</a:t>
            </a:r>
            <a:endParaRPr lang="x-none"/>
          </a:p>
        </p:txBody>
      </p:sp>
      <p:graphicFrame>
        <p:nvGraphicFramePr>
          <p:cNvPr id="6" name="Table 5"/>
          <p:cNvGraphicFramePr>
            <a:graphicFrameLocks noGrp="1"/>
          </p:cNvGraphicFramePr>
          <p:nvPr>
            <p:extLst>
              <p:ext uri="{D42A27DB-BD31-4B8C-83A1-F6EECF244321}">
                <p14:modId xmlns:p14="http://schemas.microsoft.com/office/powerpoint/2010/main" val="413738697"/>
              </p:ext>
            </p:extLst>
          </p:nvPr>
        </p:nvGraphicFramePr>
        <p:xfrm>
          <a:off x="1513952" y="1291443"/>
          <a:ext cx="16615022" cy="7398507"/>
        </p:xfrm>
        <a:graphic>
          <a:graphicData uri="http://schemas.openxmlformats.org/drawingml/2006/table">
            <a:tbl>
              <a:tblPr firstRow="1" bandRow="1">
                <a:tableStyleId>{5C22544A-7EE6-4342-B048-85BDC9FD1C3A}</a:tableStyleId>
              </a:tblPr>
              <a:tblGrid>
                <a:gridCol w="2139468">
                  <a:extLst>
                    <a:ext uri="{9D8B030D-6E8A-4147-A177-3AD203B41FA5}">
                      <a16:colId xmlns:a16="http://schemas.microsoft.com/office/drawing/2014/main" val="20000"/>
                    </a:ext>
                  </a:extLst>
                </a:gridCol>
                <a:gridCol w="14475554">
                  <a:extLst>
                    <a:ext uri="{9D8B030D-6E8A-4147-A177-3AD203B41FA5}">
                      <a16:colId xmlns:a16="http://schemas.microsoft.com/office/drawing/2014/main" val="20001"/>
                    </a:ext>
                  </a:extLst>
                </a:gridCol>
              </a:tblGrid>
              <a:tr h="518379">
                <a:tc>
                  <a:txBody>
                    <a:bodyPr/>
                    <a:lstStyle/>
                    <a:p>
                      <a:r>
                        <a:rPr lang="en-US" sz="2700" err="1"/>
                        <a:t>Hạng</a:t>
                      </a:r>
                      <a:r>
                        <a:rPr lang="en-US" sz="2700" baseline="0"/>
                        <a:t> </a:t>
                      </a:r>
                      <a:r>
                        <a:rPr lang="en-US" sz="2700" baseline="0" err="1"/>
                        <a:t>mục</a:t>
                      </a:r>
                      <a:endParaRPr lang="en-US" sz="2700"/>
                    </a:p>
                  </a:txBody>
                  <a:tcPr marL="137160" marR="137160" marT="68580" marB="68580"/>
                </a:tc>
                <a:tc>
                  <a:txBody>
                    <a:bodyPr/>
                    <a:lstStyle/>
                    <a:p>
                      <a:r>
                        <a:rPr lang="en-US" sz="2700" err="1"/>
                        <a:t>Nội</a:t>
                      </a:r>
                      <a:r>
                        <a:rPr lang="en-US" sz="2700" baseline="0"/>
                        <a:t> dung</a:t>
                      </a:r>
                      <a:endParaRPr lang="en-US" sz="2700"/>
                    </a:p>
                  </a:txBody>
                  <a:tcPr marL="137160" marR="137160" marT="68580" marB="68580"/>
                </a:tc>
                <a:extLst>
                  <a:ext uri="{0D108BD9-81ED-4DB2-BD59-A6C34878D82A}">
                    <a16:rowId xmlns:a16="http://schemas.microsoft.com/office/drawing/2014/main" val="10000"/>
                  </a:ext>
                </a:extLst>
              </a:tr>
              <a:tr h="1135465">
                <a:tc>
                  <a:txBody>
                    <a:bodyPr/>
                    <a:lstStyle/>
                    <a:p>
                      <a:r>
                        <a:rPr lang="en-US" sz="2700" b="1" err="1"/>
                        <a:t>Nhược</a:t>
                      </a:r>
                      <a:r>
                        <a:rPr lang="en-US" sz="2700" b="1" baseline="0"/>
                        <a:t> </a:t>
                      </a:r>
                      <a:r>
                        <a:rPr lang="en-US" sz="2700" b="1" baseline="0" err="1"/>
                        <a:t>điểm</a:t>
                      </a:r>
                      <a:endParaRPr lang="en-US" sz="2700" b="1"/>
                    </a:p>
                  </a:txBody>
                  <a:tcPr marL="137160" marR="137160" marT="68580" marB="68580"/>
                </a:tc>
                <a:tc>
                  <a:txBody>
                    <a:bodyPr/>
                    <a:lstStyle/>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ü"/>
                        <a:tabLst/>
                        <a:defRPr/>
                      </a:pPr>
                      <a:r>
                        <a:rPr lang="en-US" sz="2400" kern="1200">
                          <a:solidFill>
                            <a:schemeClr val="dk1"/>
                          </a:solidFill>
                          <a:effectLst/>
                          <a:latin typeface="+mn-lt"/>
                          <a:ea typeface="+mn-ea"/>
                          <a:cs typeface="+mn-cs"/>
                        </a:rPr>
                        <a:t>Thời gian đầu, việc triển khai một yêu cầu NV thông qua thiết kế Data Model sẽ </a:t>
                      </a:r>
                      <a:r>
                        <a:rPr lang="en-US" sz="2400" b="1" u="sng" kern="1200">
                          <a:solidFill>
                            <a:schemeClr val="dk1"/>
                          </a:solidFill>
                          <a:effectLst/>
                          <a:latin typeface="+mn-lt"/>
                          <a:ea typeface="+mn-ea"/>
                          <a:cs typeface="+mn-cs"/>
                        </a:rPr>
                        <a:t>mất nhiều thời gian</a:t>
                      </a:r>
                      <a:r>
                        <a:rPr lang="en-US" sz="2400" kern="1200">
                          <a:solidFill>
                            <a:schemeClr val="dk1"/>
                          </a:solidFill>
                          <a:effectLst/>
                          <a:latin typeface="+mn-lt"/>
                          <a:ea typeface="+mn-ea"/>
                          <a:cs typeface="+mn-cs"/>
                        </a:rPr>
                        <a:t> và </a:t>
                      </a:r>
                      <a:r>
                        <a:rPr lang="en-US" sz="2400" b="1" u="sng" kern="1200">
                          <a:solidFill>
                            <a:schemeClr val="dk1"/>
                          </a:solidFill>
                          <a:effectLst/>
                          <a:latin typeface="+mn-lt"/>
                          <a:ea typeface="+mn-ea"/>
                          <a:cs typeface="+mn-cs"/>
                        </a:rPr>
                        <a:t>công sức</a:t>
                      </a:r>
                      <a:r>
                        <a:rPr lang="en-US" sz="2400" kern="1200">
                          <a:solidFill>
                            <a:schemeClr val="dk1"/>
                          </a:solidFill>
                          <a:effectLst/>
                          <a:latin typeface="+mn-lt"/>
                          <a:ea typeface="+mn-ea"/>
                          <a:cs typeface="+mn-cs"/>
                        </a:rPr>
                        <a:t>, làm </a:t>
                      </a:r>
                      <a:r>
                        <a:rPr lang="en-US" sz="2400" b="1" u="sng" kern="1200">
                          <a:solidFill>
                            <a:schemeClr val="dk1"/>
                          </a:solidFill>
                          <a:effectLst/>
                          <a:latin typeface="+mn-lt"/>
                          <a:ea typeface="+mn-ea"/>
                          <a:cs typeface="+mn-cs"/>
                        </a:rPr>
                        <a:t>giảm tốc độ</a:t>
                      </a:r>
                      <a:r>
                        <a:rPr lang="en-US" sz="2400" kern="1200">
                          <a:solidFill>
                            <a:schemeClr val="dk1"/>
                          </a:solidFill>
                          <a:effectLst/>
                          <a:latin typeface="+mn-lt"/>
                          <a:ea typeface="+mn-ea"/>
                          <a:cs typeface="+mn-cs"/>
                        </a:rPr>
                        <a:t> hoàn thành một yêu cầu NV.</a:t>
                      </a:r>
                      <a:endParaRPr lang="en-US" sz="2400" kern="1200">
                        <a:solidFill>
                          <a:srgbClr val="00B050"/>
                        </a:solidFill>
                        <a:effectLst/>
                        <a:latin typeface="+mn-lt"/>
                        <a:ea typeface="+mn-ea"/>
                        <a:cs typeface="+mn-cs"/>
                      </a:endParaRPr>
                    </a:p>
                  </a:txBody>
                  <a:tcPr marL="137160" marR="137160" marT="68580" marB="68580"/>
                </a:tc>
                <a:extLst>
                  <a:ext uri="{0D108BD9-81ED-4DB2-BD59-A6C34878D82A}">
                    <a16:rowId xmlns:a16="http://schemas.microsoft.com/office/drawing/2014/main" val="10001"/>
                  </a:ext>
                </a:extLst>
              </a:tr>
              <a:tr h="4190764">
                <a:tc>
                  <a:txBody>
                    <a:bodyPr/>
                    <a:lstStyle/>
                    <a:p>
                      <a:r>
                        <a:rPr lang="en-US" sz="2700" b="1" err="1"/>
                        <a:t>Ưu</a:t>
                      </a:r>
                      <a:r>
                        <a:rPr lang="en-US" sz="2700" b="1" baseline="0"/>
                        <a:t> </a:t>
                      </a:r>
                      <a:r>
                        <a:rPr lang="en-US" sz="2700" b="1" baseline="0" err="1"/>
                        <a:t>điểm</a:t>
                      </a:r>
                      <a:endParaRPr lang="en-US" sz="2700" b="1"/>
                    </a:p>
                  </a:txBody>
                  <a:tcPr marL="137160" marR="137160" marT="68580" marB="68580"/>
                </a:tc>
                <a:tc>
                  <a:txBody>
                    <a:bodyPr/>
                    <a:lstStyle/>
                    <a:p>
                      <a:pPr marL="285750" lvl="0" indent="-285750">
                        <a:lnSpc>
                          <a:spcPct val="120000"/>
                        </a:lnSpc>
                        <a:buFont typeface="Wingdings" panose="05000000000000000000" pitchFamily="2" charset="2"/>
                        <a:buChar char="ü"/>
                      </a:pPr>
                      <a:r>
                        <a:rPr lang="en-US" sz="2400" kern="1200">
                          <a:solidFill>
                            <a:schemeClr val="dk1"/>
                          </a:solidFill>
                          <a:effectLst/>
                          <a:latin typeface="+mn-lt"/>
                          <a:ea typeface="+mn-ea"/>
                          <a:cs typeface="+mn-cs"/>
                        </a:rPr>
                        <a:t>Người sử dụng (Bussiness user, Analytics user) có thể </a:t>
                      </a:r>
                      <a:r>
                        <a:rPr lang="en-US" sz="2400" b="1" u="sng" kern="1200">
                          <a:solidFill>
                            <a:schemeClr val="dk1"/>
                          </a:solidFill>
                          <a:effectLst/>
                          <a:latin typeface="+mn-lt"/>
                          <a:ea typeface="+mn-ea"/>
                          <a:cs typeface="+mn-cs"/>
                        </a:rPr>
                        <a:t>hiểu biết</a:t>
                      </a:r>
                      <a:r>
                        <a:rPr lang="en-US" sz="2400" kern="1200">
                          <a:solidFill>
                            <a:schemeClr val="dk1"/>
                          </a:solidFill>
                          <a:effectLst/>
                          <a:latin typeface="+mn-lt"/>
                          <a:ea typeface="+mn-ea"/>
                          <a:cs typeface="+mn-cs"/>
                        </a:rPr>
                        <a:t> và </a:t>
                      </a:r>
                      <a:r>
                        <a:rPr lang="en-US" sz="2400" b="1" u="sng" kern="1200">
                          <a:solidFill>
                            <a:schemeClr val="dk1"/>
                          </a:solidFill>
                          <a:effectLst/>
                          <a:latin typeface="+mn-lt"/>
                          <a:ea typeface="+mn-ea"/>
                          <a:cs typeface="+mn-cs"/>
                        </a:rPr>
                        <a:t>khai thác nhanh chóng</a:t>
                      </a:r>
                      <a:r>
                        <a:rPr lang="en-US" sz="2400" kern="1200">
                          <a:solidFill>
                            <a:schemeClr val="dk1"/>
                          </a:solidFill>
                          <a:effectLst/>
                          <a:latin typeface="+mn-lt"/>
                          <a:ea typeface="+mn-ea"/>
                          <a:cs typeface="+mn-cs"/>
                        </a:rPr>
                        <a:t> đáp ứng nhu cầu NV từ Data Model thay vì phải am hiểu, hiểu biết dữ liệu nguồn.</a:t>
                      </a:r>
                    </a:p>
                    <a:p>
                      <a:pPr marL="285750" lvl="0" indent="-285750">
                        <a:lnSpc>
                          <a:spcPct val="120000"/>
                        </a:lnSpc>
                        <a:buFont typeface="Wingdings" panose="05000000000000000000" pitchFamily="2" charset="2"/>
                        <a:buChar char="ü"/>
                      </a:pPr>
                      <a:r>
                        <a:rPr lang="en-US" sz="2400" b="1" u="sng" kern="1200">
                          <a:solidFill>
                            <a:schemeClr val="dk1"/>
                          </a:solidFill>
                          <a:effectLst/>
                          <a:latin typeface="+mn-lt"/>
                          <a:ea typeface="+mn-ea"/>
                          <a:cs typeface="+mn-cs"/>
                        </a:rPr>
                        <a:t>Tính sử dụng lại cao</a:t>
                      </a:r>
                      <a:r>
                        <a:rPr lang="en-US" sz="2400" kern="1200">
                          <a:solidFill>
                            <a:schemeClr val="dk1"/>
                          </a:solidFill>
                          <a:effectLst/>
                          <a:latin typeface="+mn-lt"/>
                          <a:ea typeface="+mn-ea"/>
                          <a:cs typeface="+mn-cs"/>
                        </a:rPr>
                        <a:t> do dữ liệu được tập trung, chuẩn hóa, không bị trùng lặp thông tin khi lưu trữ ở nhiều nơi.</a:t>
                      </a:r>
                    </a:p>
                    <a:p>
                      <a:pPr marL="285750" lvl="0" indent="-285750">
                        <a:lnSpc>
                          <a:spcPct val="120000"/>
                        </a:lnSpc>
                        <a:buFont typeface="Wingdings" panose="05000000000000000000" pitchFamily="2" charset="2"/>
                        <a:buChar char="ü"/>
                      </a:pPr>
                      <a:r>
                        <a:rPr lang="en-US" sz="2400" kern="1200">
                          <a:solidFill>
                            <a:schemeClr val="dk1"/>
                          </a:solidFill>
                          <a:effectLst/>
                          <a:latin typeface="+mn-lt"/>
                          <a:ea typeface="+mn-ea"/>
                          <a:cs typeface="+mn-cs"/>
                        </a:rPr>
                        <a:t>Mô hình dữ liệu thiết kế sẽ </a:t>
                      </a:r>
                      <a:r>
                        <a:rPr lang="en-US" sz="2400" b="1" u="sng" kern="1200">
                          <a:solidFill>
                            <a:schemeClr val="dk1"/>
                          </a:solidFill>
                          <a:effectLst/>
                          <a:latin typeface="+mn-lt"/>
                          <a:ea typeface="+mn-ea"/>
                          <a:cs typeface="+mn-cs"/>
                        </a:rPr>
                        <a:t>không phụ thuộc cấu trúc</a:t>
                      </a:r>
                      <a:r>
                        <a:rPr lang="en-US" sz="2400" kern="1200">
                          <a:solidFill>
                            <a:schemeClr val="dk1"/>
                          </a:solidFill>
                          <a:effectLst/>
                          <a:latin typeface="+mn-lt"/>
                          <a:ea typeface="+mn-ea"/>
                          <a:cs typeface="+mn-cs"/>
                        </a:rPr>
                        <a:t> hệ thống nguồn, và được thiết kế để có khả năng </a:t>
                      </a:r>
                      <a:r>
                        <a:rPr lang="en-US" sz="2400" b="1" u="sng" kern="1200">
                          <a:solidFill>
                            <a:schemeClr val="dk1"/>
                          </a:solidFill>
                          <a:effectLst/>
                          <a:latin typeface="+mn-lt"/>
                          <a:ea typeface="+mn-ea"/>
                          <a:cs typeface="+mn-cs"/>
                        </a:rPr>
                        <a:t>mở rộng mềm dẻo</a:t>
                      </a:r>
                      <a:r>
                        <a:rPr lang="en-US" sz="2400" kern="1200">
                          <a:solidFill>
                            <a:schemeClr val="dk1"/>
                          </a:solidFill>
                          <a:effectLst/>
                          <a:latin typeface="+mn-lt"/>
                          <a:ea typeface="+mn-ea"/>
                          <a:cs typeface="+mn-cs"/>
                        </a:rPr>
                        <a:t> trong tương lai.</a:t>
                      </a:r>
                    </a:p>
                    <a:p>
                      <a:pPr marL="285750" lvl="0" indent="-285750">
                        <a:lnSpc>
                          <a:spcPct val="120000"/>
                        </a:lnSpc>
                        <a:buFont typeface="Wingdings" panose="05000000000000000000" pitchFamily="2" charset="2"/>
                        <a:buChar char="ü"/>
                      </a:pPr>
                      <a:r>
                        <a:rPr lang="en-US" sz="2400" kern="1200">
                          <a:solidFill>
                            <a:schemeClr val="dk1"/>
                          </a:solidFill>
                          <a:effectLst/>
                          <a:latin typeface="+mn-lt"/>
                          <a:ea typeface="+mn-ea"/>
                          <a:cs typeface="+mn-cs"/>
                        </a:rPr>
                        <a:t>Cung cấp khả năng để </a:t>
                      </a:r>
                      <a:r>
                        <a:rPr lang="en-US" sz="2400" b="1" u="sng" kern="1200">
                          <a:solidFill>
                            <a:schemeClr val="dk1"/>
                          </a:solidFill>
                          <a:effectLst/>
                          <a:latin typeface="+mn-lt"/>
                          <a:ea typeface="+mn-ea"/>
                          <a:cs typeface="+mn-cs"/>
                        </a:rPr>
                        <a:t>quản trị</a:t>
                      </a:r>
                      <a:r>
                        <a:rPr lang="en-US" sz="2400" kern="1200">
                          <a:solidFill>
                            <a:schemeClr val="dk1"/>
                          </a:solidFill>
                          <a:effectLst/>
                          <a:latin typeface="+mn-lt"/>
                          <a:ea typeface="+mn-ea"/>
                          <a:cs typeface="+mn-cs"/>
                        </a:rPr>
                        <a:t> được dữ liệu thông qua các Thuật ngữ nghiệp vụ (Business term) và Từ điển dữ liệu (Data Dictionnary), đặc biệt khi ngân hàng ngày càng lớn mạnh, và lượng dữ liệu, nguồn dữ liệu ngày càng nhiều.</a:t>
                      </a:r>
                    </a:p>
                    <a:p>
                      <a:pPr marL="285750" indent="-285750">
                        <a:lnSpc>
                          <a:spcPct val="120000"/>
                        </a:lnSpc>
                        <a:buFont typeface="Wingdings" panose="05000000000000000000" pitchFamily="2" charset="2"/>
                        <a:buChar char="ü"/>
                      </a:pPr>
                      <a:r>
                        <a:rPr lang="en-US" sz="2400" kern="1200">
                          <a:solidFill>
                            <a:schemeClr val="dk1"/>
                          </a:solidFill>
                          <a:effectLst/>
                          <a:latin typeface="+mn-lt"/>
                          <a:ea typeface="+mn-ea"/>
                          <a:cs typeface="+mn-cs"/>
                        </a:rPr>
                        <a:t>Khi mô hình Data Model đã được xây dựng hoàn thiện dần, thì </a:t>
                      </a:r>
                      <a:r>
                        <a:rPr lang="en-US" sz="2400" b="1" u="sng" kern="1200">
                          <a:solidFill>
                            <a:schemeClr val="dk1"/>
                          </a:solidFill>
                          <a:effectLst/>
                          <a:latin typeface="+mn-lt"/>
                          <a:ea typeface="+mn-ea"/>
                          <a:cs typeface="+mn-cs"/>
                        </a:rPr>
                        <a:t>tốc độ triển khai</a:t>
                      </a:r>
                      <a:r>
                        <a:rPr lang="en-US" sz="2400" kern="1200">
                          <a:solidFill>
                            <a:schemeClr val="dk1"/>
                          </a:solidFill>
                          <a:effectLst/>
                          <a:latin typeface="+mn-lt"/>
                          <a:ea typeface="+mn-ea"/>
                          <a:cs typeface="+mn-cs"/>
                        </a:rPr>
                        <a:t> một yêu cầu sẽ </a:t>
                      </a:r>
                      <a:r>
                        <a:rPr lang="en-US" sz="2400" b="1" u="sng" kern="1200">
                          <a:solidFill>
                            <a:schemeClr val="dk1"/>
                          </a:solidFill>
                          <a:effectLst/>
                          <a:latin typeface="+mn-lt"/>
                          <a:ea typeface="+mn-ea"/>
                          <a:cs typeface="+mn-cs"/>
                        </a:rPr>
                        <a:t>nhanh</a:t>
                      </a:r>
                      <a:r>
                        <a:rPr lang="en-US" sz="2400" kern="1200">
                          <a:solidFill>
                            <a:schemeClr val="dk1"/>
                          </a:solidFill>
                          <a:effectLst/>
                          <a:latin typeface="+mn-lt"/>
                          <a:ea typeface="+mn-ea"/>
                          <a:cs typeface="+mn-cs"/>
                        </a:rPr>
                        <a:t> lên do tỷ lệ thông tin đã có ở các tầng đã chuẩn hóa cao.</a:t>
                      </a:r>
                      <a:endParaRPr lang="en-US" sz="2400"/>
                    </a:p>
                  </a:txBody>
                  <a:tcPr marL="137160" marR="137160" marT="68580" marB="68580"/>
                </a:tc>
                <a:extLst>
                  <a:ext uri="{0D108BD9-81ED-4DB2-BD59-A6C34878D82A}">
                    <a16:rowId xmlns:a16="http://schemas.microsoft.com/office/drawing/2014/main" val="10002"/>
                  </a:ext>
                </a:extLst>
              </a:tr>
              <a:tr h="1217395">
                <a:tc>
                  <a:txBody>
                    <a:bodyPr/>
                    <a:lstStyle/>
                    <a:p>
                      <a:r>
                        <a:rPr lang="en-US" sz="2700" b="1" err="1"/>
                        <a:t>Đánh</a:t>
                      </a:r>
                      <a:r>
                        <a:rPr lang="en-US" sz="2700" b="1" baseline="0"/>
                        <a:t> </a:t>
                      </a:r>
                      <a:r>
                        <a:rPr lang="en-US" sz="2700" b="1" baseline="0" err="1"/>
                        <a:t>giá</a:t>
                      </a:r>
                      <a:r>
                        <a:rPr lang="en-US" sz="2700" b="1" baseline="0"/>
                        <a:t> </a:t>
                      </a:r>
                      <a:r>
                        <a:rPr lang="en-US" sz="2700" b="1" baseline="0" err="1"/>
                        <a:t>chung</a:t>
                      </a:r>
                      <a:endParaRPr lang="en-US" sz="2700" b="1"/>
                    </a:p>
                  </a:txBody>
                  <a:tcPr marL="137160" marR="137160" marT="68580" marB="68580"/>
                </a:tc>
                <a:tc>
                  <a:txBody>
                    <a:bodyPr/>
                    <a:lstStyle/>
                    <a:p>
                      <a:pPr marL="285750" lvl="0" indent="-285750">
                        <a:lnSpc>
                          <a:spcPct val="120000"/>
                        </a:lnSpc>
                        <a:buFont typeface="Wingdings" panose="05000000000000000000" pitchFamily="2" charset="2"/>
                        <a:buChar char="ü"/>
                      </a:pPr>
                      <a:r>
                        <a:rPr lang="en-US" sz="2400" b="1" u="sng" kern="1200">
                          <a:solidFill>
                            <a:schemeClr val="dk1"/>
                          </a:solidFill>
                          <a:effectLst/>
                          <a:latin typeface="+mn-lt"/>
                          <a:ea typeface="+mn-ea"/>
                          <a:cs typeface="+mn-cs"/>
                        </a:rPr>
                        <a:t>Do đó, VIB đã quyết định chọn xây dựng nền tảng ở dự án EDP New Core.</a:t>
                      </a:r>
                      <a:endParaRPr lang="en-US" sz="2400" kern="1200">
                        <a:solidFill>
                          <a:schemeClr val="dk1"/>
                        </a:solidFill>
                        <a:effectLst/>
                        <a:latin typeface="+mn-lt"/>
                        <a:ea typeface="+mn-ea"/>
                        <a:cs typeface="+mn-cs"/>
                      </a:endParaRPr>
                    </a:p>
                    <a:p>
                      <a:pPr marL="285750" indent="-285750">
                        <a:lnSpc>
                          <a:spcPct val="120000"/>
                        </a:lnSpc>
                        <a:buFont typeface="Wingdings" panose="05000000000000000000" pitchFamily="2" charset="2"/>
                        <a:buChar char="ü"/>
                      </a:pPr>
                      <a:r>
                        <a:rPr lang="en-US" sz="2400" kern="1200">
                          <a:solidFill>
                            <a:schemeClr val="dk1"/>
                          </a:solidFill>
                          <a:effectLst/>
                          <a:latin typeface="+mn-lt"/>
                          <a:ea typeface="+mn-ea"/>
                          <a:cs typeface="+mn-cs"/>
                        </a:rPr>
                        <a:t>Phục vụ ưu tiêu </a:t>
                      </a:r>
                      <a:r>
                        <a:rPr lang="en-US" sz="2400" b="1" u="sng" kern="1200">
                          <a:solidFill>
                            <a:schemeClr val="dk1"/>
                          </a:solidFill>
                          <a:effectLst/>
                          <a:latin typeface="+mn-lt"/>
                          <a:ea typeface="+mn-ea"/>
                          <a:cs typeface="+mn-cs"/>
                        </a:rPr>
                        <a:t>dài hạn</a:t>
                      </a:r>
                      <a:r>
                        <a:rPr lang="en-US" sz="2400" b="0" u="sng" kern="1200">
                          <a:solidFill>
                            <a:schemeClr val="dk1"/>
                          </a:solidFill>
                          <a:effectLst/>
                          <a:latin typeface="+mn-lt"/>
                          <a:ea typeface="+mn-ea"/>
                          <a:cs typeface="+mn-cs"/>
                        </a:rPr>
                        <a:t> của ngân hàng</a:t>
                      </a:r>
                      <a:r>
                        <a:rPr lang="en-US" sz="2400" b="1" u="sng" kern="1200">
                          <a:solidFill>
                            <a:schemeClr val="dk1"/>
                          </a:solidFill>
                          <a:effectLst/>
                          <a:latin typeface="+mn-lt"/>
                          <a:ea typeface="+mn-ea"/>
                          <a:cs typeface="+mn-cs"/>
                        </a:rPr>
                        <a:t>.</a:t>
                      </a:r>
                      <a:endParaRPr lang="en-US" sz="2400" baseline="0"/>
                    </a:p>
                  </a:txBody>
                  <a:tcPr marL="137160" marR="137160" marT="68580" marB="6858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74267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2.2</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Phương án thực hiện xây dựng mô hình dữ liệu</a:t>
            </a:r>
          </a:p>
        </p:txBody>
      </p:sp>
      <p:sp>
        <p:nvSpPr>
          <p:cNvPr id="17" name="TextBox 16"/>
          <p:cNvSpPr txBox="1"/>
          <p:nvPr/>
        </p:nvSpPr>
        <p:spPr>
          <a:xfrm>
            <a:off x="1053788" y="1112084"/>
            <a:ext cx="16107938" cy="314413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700">
                <a:solidFill>
                  <a:prstClr val="black"/>
                </a:solidFill>
              </a:rPr>
              <a:t>“Start small and build incrementally “</a:t>
            </a:r>
          </a:p>
          <a:p>
            <a:pPr marL="457200" indent="-457200">
              <a:lnSpc>
                <a:spcPct val="150000"/>
              </a:lnSpc>
              <a:buFont typeface="Arial" panose="020B0604020202020204" pitchFamily="34" charset="0"/>
              <a:buChar char="•"/>
            </a:pPr>
            <a:r>
              <a:rPr lang="en-US" sz="2700" err="1">
                <a:solidFill>
                  <a:prstClr val="black"/>
                </a:solidFill>
              </a:rPr>
              <a:t>Bắt</a:t>
            </a:r>
            <a:r>
              <a:rPr lang="en-US" sz="2700">
                <a:solidFill>
                  <a:prstClr val="black"/>
                </a:solidFill>
              </a:rPr>
              <a:t> </a:t>
            </a:r>
            <a:r>
              <a:rPr lang="en-US" sz="2700" err="1">
                <a:solidFill>
                  <a:prstClr val="black"/>
                </a:solidFill>
              </a:rPr>
              <a:t>đầu</a:t>
            </a:r>
            <a:r>
              <a:rPr lang="en-US" sz="2700">
                <a:solidFill>
                  <a:prstClr val="black"/>
                </a:solidFill>
              </a:rPr>
              <a:t> </a:t>
            </a:r>
            <a:r>
              <a:rPr lang="en-US" sz="2700" err="1">
                <a:solidFill>
                  <a:prstClr val="black"/>
                </a:solidFill>
              </a:rPr>
              <a:t>từ</a:t>
            </a:r>
            <a:r>
              <a:rPr lang="en-US" sz="2700">
                <a:solidFill>
                  <a:prstClr val="black"/>
                </a:solidFill>
              </a:rPr>
              <a:t> </a:t>
            </a:r>
            <a:r>
              <a:rPr lang="en-US" sz="2700" err="1">
                <a:solidFill>
                  <a:prstClr val="black"/>
                </a:solidFill>
              </a:rPr>
              <a:t>các</a:t>
            </a:r>
            <a:r>
              <a:rPr lang="en-US" sz="2700">
                <a:solidFill>
                  <a:prstClr val="black"/>
                </a:solidFill>
              </a:rPr>
              <a:t> </a:t>
            </a:r>
            <a:r>
              <a:rPr lang="en-US" sz="2700" err="1">
                <a:solidFill>
                  <a:prstClr val="black"/>
                </a:solidFill>
              </a:rPr>
              <a:t>nguồn</a:t>
            </a:r>
            <a:r>
              <a:rPr lang="en-US" sz="2700">
                <a:solidFill>
                  <a:prstClr val="black"/>
                </a:solidFill>
              </a:rPr>
              <a:t> chính (core banking).</a:t>
            </a:r>
          </a:p>
          <a:p>
            <a:pPr marL="457200" indent="-457200">
              <a:lnSpc>
                <a:spcPct val="150000"/>
              </a:lnSpc>
              <a:buFont typeface="Arial" panose="020B0604020202020204" pitchFamily="34" charset="0"/>
              <a:buChar char="•"/>
            </a:pPr>
            <a:r>
              <a:rPr lang="en-US" sz="2700" err="1">
                <a:solidFill>
                  <a:prstClr val="black"/>
                </a:solidFill>
              </a:rPr>
              <a:t>Tiếp</a:t>
            </a:r>
            <a:r>
              <a:rPr lang="en-US" sz="2700">
                <a:solidFill>
                  <a:prstClr val="black"/>
                </a:solidFill>
              </a:rPr>
              <a:t> </a:t>
            </a:r>
            <a:r>
              <a:rPr lang="en-US" sz="2700" err="1">
                <a:solidFill>
                  <a:prstClr val="black"/>
                </a:solidFill>
              </a:rPr>
              <a:t>cận</a:t>
            </a:r>
            <a:r>
              <a:rPr lang="en-US" sz="2700">
                <a:solidFill>
                  <a:prstClr val="black"/>
                </a:solidFill>
              </a:rPr>
              <a:t> </a:t>
            </a:r>
            <a:r>
              <a:rPr lang="en-US" sz="2700" err="1">
                <a:solidFill>
                  <a:prstClr val="black"/>
                </a:solidFill>
              </a:rPr>
              <a:t>theo</a:t>
            </a:r>
            <a:r>
              <a:rPr lang="en-US" sz="2700">
                <a:solidFill>
                  <a:prstClr val="black"/>
                </a:solidFill>
              </a:rPr>
              <a:t> </a:t>
            </a:r>
            <a:r>
              <a:rPr lang="en-US" sz="2700" err="1">
                <a:solidFill>
                  <a:prstClr val="black"/>
                </a:solidFill>
              </a:rPr>
              <a:t>các</a:t>
            </a:r>
            <a:r>
              <a:rPr lang="en-US" sz="2700">
                <a:solidFill>
                  <a:prstClr val="black"/>
                </a:solidFill>
              </a:rPr>
              <a:t> </a:t>
            </a:r>
            <a:r>
              <a:rPr lang="en-US" sz="2700" err="1">
                <a:solidFill>
                  <a:prstClr val="black"/>
                </a:solidFill>
              </a:rPr>
              <a:t>mảng</a:t>
            </a:r>
            <a:r>
              <a:rPr lang="en-US" sz="2700">
                <a:solidFill>
                  <a:prstClr val="black"/>
                </a:solidFill>
              </a:rPr>
              <a:t> </a:t>
            </a:r>
            <a:r>
              <a:rPr lang="en-US" sz="2700" err="1">
                <a:solidFill>
                  <a:prstClr val="black"/>
                </a:solidFill>
              </a:rPr>
              <a:t>nghiệp</a:t>
            </a:r>
            <a:r>
              <a:rPr lang="en-US" sz="2700">
                <a:solidFill>
                  <a:prstClr val="black"/>
                </a:solidFill>
              </a:rPr>
              <a:t> </a:t>
            </a:r>
            <a:r>
              <a:rPr lang="en-US" sz="2700" err="1">
                <a:solidFill>
                  <a:prstClr val="black"/>
                </a:solidFill>
              </a:rPr>
              <a:t>vụ</a:t>
            </a:r>
            <a:r>
              <a:rPr lang="en-US" sz="2700">
                <a:solidFill>
                  <a:prstClr val="black"/>
                </a:solidFill>
              </a:rPr>
              <a:t> </a:t>
            </a:r>
            <a:r>
              <a:rPr lang="en-US" sz="2700" err="1">
                <a:solidFill>
                  <a:prstClr val="black"/>
                </a:solidFill>
              </a:rPr>
              <a:t>cụ</a:t>
            </a:r>
            <a:r>
              <a:rPr lang="en-US" sz="2700">
                <a:solidFill>
                  <a:prstClr val="black"/>
                </a:solidFill>
              </a:rPr>
              <a:t> </a:t>
            </a:r>
            <a:r>
              <a:rPr lang="en-US" sz="2700" err="1">
                <a:solidFill>
                  <a:prstClr val="black"/>
                </a:solidFill>
              </a:rPr>
              <a:t>thể</a:t>
            </a:r>
            <a:r>
              <a:rPr lang="en-US" sz="2700">
                <a:solidFill>
                  <a:prstClr val="black"/>
                </a:solidFill>
              </a:rPr>
              <a:t> (</a:t>
            </a:r>
            <a:r>
              <a:rPr lang="en-US" sz="2700" err="1">
                <a:solidFill>
                  <a:prstClr val="black"/>
                </a:solidFill>
              </a:rPr>
              <a:t>cho</a:t>
            </a:r>
            <a:r>
              <a:rPr lang="en-US" sz="2700">
                <a:solidFill>
                  <a:prstClr val="black"/>
                </a:solidFill>
              </a:rPr>
              <a:t> </a:t>
            </a:r>
            <a:r>
              <a:rPr lang="en-US" sz="2700" err="1">
                <a:solidFill>
                  <a:prstClr val="black"/>
                </a:solidFill>
              </a:rPr>
              <a:t>vay</a:t>
            </a:r>
            <a:r>
              <a:rPr lang="en-US" sz="2700">
                <a:solidFill>
                  <a:prstClr val="black"/>
                </a:solidFill>
              </a:rPr>
              <a:t>, </a:t>
            </a:r>
            <a:r>
              <a:rPr lang="en-US" sz="2700" err="1">
                <a:solidFill>
                  <a:prstClr val="black"/>
                </a:solidFill>
              </a:rPr>
              <a:t>huy</a:t>
            </a:r>
            <a:r>
              <a:rPr lang="en-US" sz="2700">
                <a:solidFill>
                  <a:prstClr val="black"/>
                </a:solidFill>
              </a:rPr>
              <a:t> </a:t>
            </a:r>
            <a:r>
              <a:rPr lang="en-US" sz="2700" err="1">
                <a:solidFill>
                  <a:prstClr val="black"/>
                </a:solidFill>
              </a:rPr>
              <a:t>động</a:t>
            </a:r>
            <a:r>
              <a:rPr lang="en-US" sz="2700">
                <a:solidFill>
                  <a:prstClr val="black"/>
                </a:solidFill>
              </a:rPr>
              <a:t>, </a:t>
            </a:r>
            <a:r>
              <a:rPr lang="en-US" sz="2700" err="1">
                <a:solidFill>
                  <a:prstClr val="black"/>
                </a:solidFill>
              </a:rPr>
              <a:t>giao</a:t>
            </a:r>
            <a:r>
              <a:rPr lang="en-US" sz="2700">
                <a:solidFill>
                  <a:prstClr val="black"/>
                </a:solidFill>
              </a:rPr>
              <a:t> </a:t>
            </a:r>
            <a:r>
              <a:rPr lang="en-US" sz="2700" err="1">
                <a:solidFill>
                  <a:prstClr val="black"/>
                </a:solidFill>
              </a:rPr>
              <a:t>dịch</a:t>
            </a:r>
            <a:r>
              <a:rPr lang="en-US" sz="2700">
                <a:solidFill>
                  <a:prstClr val="black"/>
                </a:solidFill>
              </a:rPr>
              <a:t>, </a:t>
            </a:r>
            <a:r>
              <a:rPr lang="en-US" sz="2700" err="1">
                <a:solidFill>
                  <a:prstClr val="black"/>
                </a:solidFill>
              </a:rPr>
              <a:t>khách</a:t>
            </a:r>
            <a:r>
              <a:rPr lang="en-US" sz="2700">
                <a:solidFill>
                  <a:prstClr val="black"/>
                </a:solidFill>
              </a:rPr>
              <a:t> </a:t>
            </a:r>
            <a:r>
              <a:rPr lang="en-US" sz="2700" err="1">
                <a:solidFill>
                  <a:prstClr val="black"/>
                </a:solidFill>
              </a:rPr>
              <a:t>hàng</a:t>
            </a:r>
            <a:r>
              <a:rPr lang="en-US" sz="2700">
                <a:solidFill>
                  <a:prstClr val="black"/>
                </a:solidFill>
              </a:rPr>
              <a:t>, …) để xây dựng khung mô hình.</a:t>
            </a:r>
          </a:p>
          <a:p>
            <a:pPr marL="457200" indent="-457200">
              <a:lnSpc>
                <a:spcPct val="150000"/>
              </a:lnSpc>
              <a:buFont typeface="Arial" panose="020B0604020202020204" pitchFamily="34" charset="0"/>
              <a:buChar char="•"/>
            </a:pPr>
            <a:r>
              <a:rPr lang="en-US" sz="2700">
                <a:solidFill>
                  <a:prstClr val="black"/>
                </a:solidFill>
              </a:rPr>
              <a:t>Khi </a:t>
            </a:r>
            <a:r>
              <a:rPr lang="en-US" sz="2700" err="1">
                <a:solidFill>
                  <a:prstClr val="black"/>
                </a:solidFill>
              </a:rPr>
              <a:t>tiếp</a:t>
            </a:r>
            <a:r>
              <a:rPr lang="en-US" sz="2700">
                <a:solidFill>
                  <a:prstClr val="black"/>
                </a:solidFill>
              </a:rPr>
              <a:t> </a:t>
            </a:r>
            <a:r>
              <a:rPr lang="en-US" sz="2700" err="1">
                <a:solidFill>
                  <a:prstClr val="black"/>
                </a:solidFill>
              </a:rPr>
              <a:t>nhận</a:t>
            </a:r>
            <a:r>
              <a:rPr lang="en-US" sz="2700">
                <a:solidFill>
                  <a:prstClr val="black"/>
                </a:solidFill>
              </a:rPr>
              <a:t> </a:t>
            </a:r>
            <a:r>
              <a:rPr lang="en-US" sz="2700" err="1">
                <a:solidFill>
                  <a:prstClr val="black"/>
                </a:solidFill>
              </a:rPr>
              <a:t>yêu</a:t>
            </a:r>
            <a:r>
              <a:rPr lang="en-US" sz="2700">
                <a:solidFill>
                  <a:prstClr val="black"/>
                </a:solidFill>
              </a:rPr>
              <a:t> </a:t>
            </a:r>
            <a:r>
              <a:rPr lang="en-US" sz="2700" err="1">
                <a:solidFill>
                  <a:prstClr val="black"/>
                </a:solidFill>
              </a:rPr>
              <a:t>cầu</a:t>
            </a:r>
            <a:r>
              <a:rPr lang="en-US" sz="2700">
                <a:solidFill>
                  <a:prstClr val="black"/>
                </a:solidFill>
              </a:rPr>
              <a:t>, </a:t>
            </a:r>
            <a:r>
              <a:rPr lang="en-US" sz="2700" err="1">
                <a:solidFill>
                  <a:prstClr val="black"/>
                </a:solidFill>
              </a:rPr>
              <a:t>cần</a:t>
            </a:r>
            <a:r>
              <a:rPr lang="en-US" sz="2700">
                <a:solidFill>
                  <a:prstClr val="black"/>
                </a:solidFill>
              </a:rPr>
              <a:t> </a:t>
            </a:r>
            <a:r>
              <a:rPr lang="en-US" sz="2700" err="1">
                <a:solidFill>
                  <a:prstClr val="black"/>
                </a:solidFill>
              </a:rPr>
              <a:t>định</a:t>
            </a:r>
            <a:r>
              <a:rPr lang="en-US" sz="2700">
                <a:solidFill>
                  <a:prstClr val="black"/>
                </a:solidFill>
              </a:rPr>
              <a:t> </a:t>
            </a:r>
            <a:r>
              <a:rPr lang="en-US" sz="2700" err="1">
                <a:solidFill>
                  <a:prstClr val="black"/>
                </a:solidFill>
              </a:rPr>
              <a:t>hình</a:t>
            </a:r>
            <a:r>
              <a:rPr lang="en-US" sz="2700">
                <a:solidFill>
                  <a:prstClr val="black"/>
                </a:solidFill>
              </a:rPr>
              <a:t> </a:t>
            </a:r>
            <a:r>
              <a:rPr lang="en-US" sz="2700" err="1">
                <a:solidFill>
                  <a:prstClr val="black"/>
                </a:solidFill>
              </a:rPr>
              <a:t>được</a:t>
            </a:r>
            <a:r>
              <a:rPr lang="en-US" sz="2700">
                <a:solidFill>
                  <a:prstClr val="black"/>
                </a:solidFill>
              </a:rPr>
              <a:t> </a:t>
            </a:r>
            <a:r>
              <a:rPr lang="en-US" sz="2700" err="1">
                <a:solidFill>
                  <a:prstClr val="black"/>
                </a:solidFill>
              </a:rPr>
              <a:t>các</a:t>
            </a:r>
            <a:r>
              <a:rPr lang="en-US" sz="2700">
                <a:solidFill>
                  <a:prstClr val="black"/>
                </a:solidFill>
              </a:rPr>
              <a:t> Core Object  </a:t>
            </a:r>
            <a:r>
              <a:rPr lang="en-US" sz="2700" err="1">
                <a:solidFill>
                  <a:prstClr val="black"/>
                </a:solidFill>
              </a:rPr>
              <a:t>theo</a:t>
            </a:r>
            <a:r>
              <a:rPr lang="en-US" sz="2700">
                <a:solidFill>
                  <a:prstClr val="black"/>
                </a:solidFill>
              </a:rPr>
              <a:t> </a:t>
            </a:r>
            <a:r>
              <a:rPr lang="en-US" sz="2700" err="1">
                <a:solidFill>
                  <a:prstClr val="black"/>
                </a:solidFill>
              </a:rPr>
              <a:t>mô</a:t>
            </a:r>
            <a:r>
              <a:rPr lang="en-US" sz="2700">
                <a:solidFill>
                  <a:prstClr val="black"/>
                </a:solidFill>
              </a:rPr>
              <a:t> </a:t>
            </a:r>
            <a:r>
              <a:rPr lang="en-US" sz="2700" err="1">
                <a:solidFill>
                  <a:prstClr val="black"/>
                </a:solidFill>
              </a:rPr>
              <a:t>hình</a:t>
            </a:r>
            <a:r>
              <a:rPr lang="en-US" sz="2700">
                <a:solidFill>
                  <a:prstClr val="black"/>
                </a:solidFill>
              </a:rPr>
              <a:t> </a:t>
            </a:r>
            <a:r>
              <a:rPr lang="en-US" sz="2700" err="1">
                <a:solidFill>
                  <a:prstClr val="black"/>
                </a:solidFill>
              </a:rPr>
              <a:t>nghiệp</a:t>
            </a:r>
            <a:r>
              <a:rPr lang="en-US" sz="2700">
                <a:solidFill>
                  <a:prstClr val="black"/>
                </a:solidFill>
              </a:rPr>
              <a:t> vụ</a:t>
            </a:r>
          </a:p>
        </p:txBody>
      </p:sp>
    </p:spTree>
    <p:extLst>
      <p:ext uri="{BB962C8B-B14F-4D97-AF65-F5344CB8AC3E}">
        <p14:creationId xmlns:p14="http://schemas.microsoft.com/office/powerpoint/2010/main" val="2635194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F372-CAB8-1D8C-63C9-AA89A71C5EB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73430EE-2DB6-A829-193C-A481863B66D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4" name="Freeform 4">
            <a:extLst>
              <a:ext uri="{FF2B5EF4-FFF2-40B4-BE49-F238E27FC236}">
                <a16:creationId xmlns:a16="http://schemas.microsoft.com/office/drawing/2014/main" id="{DB7D1765-C8E4-4C3E-9394-2FDA2333B055}"/>
              </a:ext>
            </a:extLst>
          </p:cNvPr>
          <p:cNvSpPr/>
          <p:nvPr/>
        </p:nvSpPr>
        <p:spPr>
          <a:xfrm>
            <a:off x="2269977" y="0"/>
            <a:ext cx="13592324" cy="1075639"/>
          </a:xfrm>
          <a:custGeom>
            <a:avLst/>
            <a:gdLst/>
            <a:ahLst/>
            <a:cxnLst/>
            <a:rect l="l" t="t" r="r" b="b"/>
            <a:pathLst>
              <a:path w="18123098" h="1434186">
                <a:moveTo>
                  <a:pt x="0" y="0"/>
                </a:moveTo>
                <a:lnTo>
                  <a:pt x="18123098" y="0"/>
                </a:lnTo>
                <a:lnTo>
                  <a:pt x="18123098" y="1434186"/>
                </a:lnTo>
                <a:lnTo>
                  <a:pt x="0" y="1434186"/>
                </a:lnTo>
                <a:close/>
              </a:path>
            </a:pathLst>
          </a:custGeom>
          <a:solidFill>
            <a:srgbClr val="000000">
              <a:alpha val="0"/>
            </a:srgbClr>
          </a:solidFill>
        </p:spPr>
        <p:txBody>
          <a:bodyPr/>
          <a:lstStyle/>
          <a:p>
            <a:endParaRPr lang="en-US"/>
          </a:p>
        </p:txBody>
      </p:sp>
      <p:sp>
        <p:nvSpPr>
          <p:cNvPr id="8" name="TextBox 7">
            <a:extLst>
              <a:ext uri="{FF2B5EF4-FFF2-40B4-BE49-F238E27FC236}">
                <a16:creationId xmlns:a16="http://schemas.microsoft.com/office/drawing/2014/main" id="{E05BA8D9-22A4-2BE6-24A1-E320BBE6830A}"/>
              </a:ext>
            </a:extLst>
          </p:cNvPr>
          <p:cNvSpPr txBox="1"/>
          <p:nvPr/>
        </p:nvSpPr>
        <p:spPr>
          <a:xfrm>
            <a:off x="1295400" y="3467100"/>
            <a:ext cx="15849600" cy="1195199"/>
          </a:xfrm>
          <a:prstGeom prst="rect">
            <a:avLst/>
          </a:prstGeom>
          <a:noFill/>
        </p:spPr>
        <p:txBody>
          <a:bodyPr wrap="square" lIns="91440" tIns="45720" rIns="91440" bIns="45720" anchor="t">
            <a:spAutoFit/>
          </a:bodyPr>
          <a:lstStyle/>
          <a:p>
            <a:pPr algn="ctr">
              <a:lnSpc>
                <a:spcPts val="8640"/>
              </a:lnSpc>
            </a:pPr>
            <a:r>
              <a:rPr lang="en-US" sz="8000" b="1">
                <a:solidFill>
                  <a:schemeClr val="accent3">
                    <a:lumMod val="75000"/>
                  </a:schemeClr>
                </a:solidFill>
                <a:latin typeface="Calibri (MS) Bold"/>
                <a:ea typeface="+mn-lt"/>
                <a:cs typeface="Calibri (MS) Bold"/>
                <a:sym typeface="Calibri (MS) Bold"/>
              </a:rPr>
              <a:t>3. </a:t>
            </a:r>
            <a:r>
              <a:rPr lang="vi-VN" sz="8000" b="1">
                <a:solidFill>
                  <a:schemeClr val="accent3">
                    <a:lumMod val="75000"/>
                  </a:schemeClr>
                </a:solidFill>
                <a:latin typeface="Calibri (MS) Bold"/>
                <a:ea typeface="+mn-lt"/>
                <a:cs typeface="Calibri (MS) Bold"/>
                <a:sym typeface="Calibri (MS) Bold"/>
              </a:rPr>
              <a:t>Phương </a:t>
            </a:r>
            <a:r>
              <a:rPr lang="en-US" sz="8000" b="1">
                <a:solidFill>
                  <a:schemeClr val="accent3">
                    <a:lumMod val="75000"/>
                  </a:schemeClr>
                </a:solidFill>
                <a:latin typeface="Calibri (MS) Bold"/>
                <a:ea typeface="+mn-lt"/>
                <a:cs typeface="Calibri (MS) Bold"/>
                <a:sym typeface="Calibri (MS) Bold"/>
              </a:rPr>
              <a:t>pháp</a:t>
            </a:r>
            <a:r>
              <a:rPr lang="vi-VN" sz="8000" b="1">
                <a:solidFill>
                  <a:schemeClr val="accent3">
                    <a:lumMod val="75000"/>
                  </a:schemeClr>
                </a:solidFill>
                <a:latin typeface="Calibri (MS) Bold"/>
                <a:ea typeface="+mn-lt"/>
                <a:cs typeface="Calibri (MS) Bold"/>
                <a:sym typeface="Calibri (MS) Bold"/>
              </a:rPr>
              <a:t> </a:t>
            </a:r>
            <a:r>
              <a:rPr lang="en-US" sz="8000" b="1">
                <a:solidFill>
                  <a:schemeClr val="accent3">
                    <a:lumMod val="75000"/>
                  </a:schemeClr>
                </a:solidFill>
                <a:latin typeface="Calibri (MS) Bold"/>
                <a:ea typeface="+mn-lt"/>
                <a:cs typeface="Calibri (MS) Bold"/>
                <a:sym typeface="Calibri (MS) Bold"/>
              </a:rPr>
              <a:t>luận thiết kế</a:t>
            </a:r>
            <a:endParaRPr lang="en-US" sz="8000" b="1">
              <a:solidFill>
                <a:schemeClr val="accent3">
                  <a:lumMod val="75000"/>
                </a:schemeClr>
              </a:solidFill>
              <a:latin typeface="Calibri (MS) Bold"/>
              <a:ea typeface="Calibri"/>
              <a:cs typeface="Calibri (MS) Bold"/>
            </a:endParaRPr>
          </a:p>
        </p:txBody>
      </p:sp>
      <p:sp>
        <p:nvSpPr>
          <p:cNvPr id="3" name="TextBox 2">
            <a:extLst>
              <a:ext uri="{FF2B5EF4-FFF2-40B4-BE49-F238E27FC236}">
                <a16:creationId xmlns:a16="http://schemas.microsoft.com/office/drawing/2014/main" id="{4D74229A-74C3-EC39-6F2D-8DDB335B45AC}"/>
              </a:ext>
            </a:extLst>
          </p:cNvPr>
          <p:cNvSpPr txBox="1"/>
          <p:nvPr/>
        </p:nvSpPr>
        <p:spPr>
          <a:xfrm>
            <a:off x="9906000" y="5143500"/>
            <a:ext cx="7162800" cy="2144241"/>
          </a:xfrm>
          <a:prstGeom prst="rect">
            <a:avLst/>
          </a:prstGeom>
          <a:noFill/>
        </p:spPr>
        <p:txBody>
          <a:bodyPr wrap="square" lIns="91440" tIns="45720" rIns="91440" bIns="45720" anchor="t">
            <a:spAutoFit/>
          </a:bodyPr>
          <a:lstStyle/>
          <a:p>
            <a:pPr marL="742950" indent="-742950">
              <a:lnSpc>
                <a:spcPts val="8640"/>
              </a:lnSpc>
              <a:buFont typeface="+mj-lt"/>
              <a:buAutoNum type="arabicPeriod"/>
            </a:pPr>
            <a:r>
              <a:rPr lang="en-US" sz="3600" b="1">
                <a:solidFill>
                  <a:schemeClr val="accent3">
                    <a:lumMod val="75000"/>
                  </a:schemeClr>
                </a:solidFill>
                <a:latin typeface="Calibri (MS) Bold"/>
                <a:ea typeface="+mn-lt"/>
                <a:cs typeface="Calibri (MS) Bold"/>
                <a:sym typeface="Calibri (MS) Bold"/>
              </a:rPr>
              <a:t>Nine Data Concepts</a:t>
            </a:r>
          </a:p>
          <a:p>
            <a:pPr marL="742950" indent="-742950">
              <a:lnSpc>
                <a:spcPts val="8640"/>
              </a:lnSpc>
              <a:buFont typeface="+mj-lt"/>
              <a:buAutoNum type="arabicPeriod"/>
            </a:pPr>
            <a:r>
              <a:rPr lang="en-US" sz="3600" b="1">
                <a:solidFill>
                  <a:schemeClr val="accent3">
                    <a:lumMod val="75000"/>
                  </a:schemeClr>
                </a:solidFill>
                <a:latin typeface="Calibri (MS) Bold"/>
                <a:ea typeface="Calibri"/>
                <a:cs typeface="Calibri (MS) Bold"/>
              </a:rPr>
              <a:t>15 Core Objects</a:t>
            </a:r>
          </a:p>
        </p:txBody>
      </p:sp>
    </p:spTree>
    <p:extLst>
      <p:ext uri="{BB962C8B-B14F-4D97-AF65-F5344CB8AC3E}">
        <p14:creationId xmlns:p14="http://schemas.microsoft.com/office/powerpoint/2010/main" val="105642227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AutoShape 2" descr="This figure is described in the surrounding text.">
            <a:extLst>
              <a:ext uri="{FF2B5EF4-FFF2-40B4-BE49-F238E27FC236}">
                <a16:creationId xmlns:a16="http://schemas.microsoft.com/office/drawing/2014/main" id="{44968A03-AEBF-486C-8732-6AA66F693CE9}"/>
              </a:ext>
            </a:extLst>
          </p:cNvPr>
          <p:cNvSpPr>
            <a:spLocks noChangeAspect="1" noChangeArrowheads="1"/>
          </p:cNvSpPr>
          <p:nvPr/>
        </p:nvSpPr>
        <p:spPr bwMode="auto">
          <a:xfrm>
            <a:off x="2488407" y="-216694"/>
            <a:ext cx="457200" cy="457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pic>
        <p:nvPicPr>
          <p:cNvPr id="18436" name="Content Placeholder 6">
            <a:extLst>
              <a:ext uri="{FF2B5EF4-FFF2-40B4-BE49-F238E27FC236}">
                <a16:creationId xmlns:a16="http://schemas.microsoft.com/office/drawing/2014/main" id="{29DFC11C-1785-4EDF-9D61-355EC398B2D7}"/>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076825" y="2680057"/>
            <a:ext cx="8134350" cy="383619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79534A3-0FF9-7993-0FDC-5AC88DD6061A}"/>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3.1</a:t>
            </a:r>
            <a:endParaRPr lang="x-none"/>
          </a:p>
        </p:txBody>
      </p:sp>
      <p:sp>
        <p:nvSpPr>
          <p:cNvPr id="4" name="TextBox 3">
            <a:extLst>
              <a:ext uri="{FF2B5EF4-FFF2-40B4-BE49-F238E27FC236}">
                <a16:creationId xmlns:a16="http://schemas.microsoft.com/office/drawing/2014/main" id="{B0BFED27-1B97-4A61-C20C-D79AD653AC96}"/>
              </a:ext>
            </a:extLst>
          </p:cNvPr>
          <p:cNvSpPr txBox="1"/>
          <p:nvPr/>
        </p:nvSpPr>
        <p:spPr>
          <a:xfrm>
            <a:off x="1513954" y="200231"/>
            <a:ext cx="16233720"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Nine Data Concepts</a:t>
            </a:r>
          </a:p>
        </p:txBody>
      </p:sp>
      <p:cxnSp>
        <p:nvCxnSpPr>
          <p:cNvPr id="5" name="Straight Connector 4">
            <a:extLst>
              <a:ext uri="{FF2B5EF4-FFF2-40B4-BE49-F238E27FC236}">
                <a16:creationId xmlns:a16="http://schemas.microsoft.com/office/drawing/2014/main" id="{B94DFB42-BC8A-9228-35B6-BAB56E96589A}"/>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CC00D115-1D38-487D-A3C2-7E1C5238BEA9}"/>
              </a:ext>
            </a:extLst>
          </p:cNvPr>
          <p:cNvSpPr txBox="1">
            <a:spLocks noChangeArrowheads="1"/>
          </p:cNvSpPr>
          <p:nvPr/>
        </p:nvSpPr>
        <p:spPr bwMode="auto">
          <a:xfrm>
            <a:off x="5695950" y="2312195"/>
            <a:ext cx="6755607"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All participants about which the Financial Institution wishes to main information e.g.. organization, individual, etc.</a:t>
            </a:r>
            <a:endParaRPr lang="en-US" altLang="en-US" sz="1800">
              <a:solidFill>
                <a:schemeClr val="tx1"/>
              </a:solidFill>
            </a:endParaRPr>
          </a:p>
        </p:txBody>
      </p:sp>
      <p:sp>
        <p:nvSpPr>
          <p:cNvPr id="20484" name="Text Box 4">
            <a:extLst>
              <a:ext uri="{FF2B5EF4-FFF2-40B4-BE49-F238E27FC236}">
                <a16:creationId xmlns:a16="http://schemas.microsoft.com/office/drawing/2014/main" id="{04C69796-CB92-43FD-856E-49D45F4BE642}"/>
              </a:ext>
            </a:extLst>
          </p:cNvPr>
          <p:cNvSpPr txBox="1">
            <a:spLocks noChangeArrowheads="1"/>
          </p:cNvSpPr>
          <p:nvPr/>
        </p:nvSpPr>
        <p:spPr bwMode="auto">
          <a:xfrm>
            <a:off x="5791201" y="4029076"/>
            <a:ext cx="6815138"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An agreement between two or more Involved Parties</a:t>
            </a:r>
            <a:endParaRPr lang="en-US" altLang="en-US" sz="1800">
              <a:solidFill>
                <a:schemeClr val="tx1"/>
              </a:solidFill>
            </a:endParaRPr>
          </a:p>
        </p:txBody>
      </p:sp>
      <p:sp>
        <p:nvSpPr>
          <p:cNvPr id="20485" name="Text Box 5">
            <a:extLst>
              <a:ext uri="{FF2B5EF4-FFF2-40B4-BE49-F238E27FC236}">
                <a16:creationId xmlns:a16="http://schemas.microsoft.com/office/drawing/2014/main" id="{4BFC5191-F0FC-4EEB-9E88-F66F2863C80B}"/>
              </a:ext>
            </a:extLst>
          </p:cNvPr>
          <p:cNvSpPr txBox="1">
            <a:spLocks noChangeArrowheads="1"/>
          </p:cNvSpPr>
          <p:nvPr/>
        </p:nvSpPr>
        <p:spPr bwMode="auto">
          <a:xfrm>
            <a:off x="5722145" y="6431757"/>
            <a:ext cx="6753225"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Specific requirements that pertain to how the business of the Financial Institution is conducted.</a:t>
            </a:r>
            <a:endParaRPr lang="en-US" altLang="en-US" sz="1800">
              <a:solidFill>
                <a:schemeClr val="tx1"/>
              </a:solidFill>
            </a:endParaRPr>
          </a:p>
        </p:txBody>
      </p:sp>
      <p:sp>
        <p:nvSpPr>
          <p:cNvPr id="20486" name="Text Box 6">
            <a:extLst>
              <a:ext uri="{FF2B5EF4-FFF2-40B4-BE49-F238E27FC236}">
                <a16:creationId xmlns:a16="http://schemas.microsoft.com/office/drawing/2014/main" id="{3F689DC6-4E25-4713-97EE-9D9D6D1382A8}"/>
              </a:ext>
            </a:extLst>
          </p:cNvPr>
          <p:cNvSpPr txBox="1">
            <a:spLocks noChangeArrowheads="1"/>
          </p:cNvSpPr>
          <p:nvPr/>
        </p:nvSpPr>
        <p:spPr bwMode="auto">
          <a:xfrm>
            <a:off x="5745957" y="4762500"/>
            <a:ext cx="6134100"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The goods and services managed and/or sold by the Financial Institution and other Involved Parties</a:t>
            </a:r>
            <a:endParaRPr lang="en-US" altLang="en-US" sz="1800">
              <a:solidFill>
                <a:schemeClr val="tx1"/>
              </a:solidFill>
            </a:endParaRPr>
          </a:p>
        </p:txBody>
      </p:sp>
      <p:sp>
        <p:nvSpPr>
          <p:cNvPr id="20487" name="Text Box 7">
            <a:extLst>
              <a:ext uri="{FF2B5EF4-FFF2-40B4-BE49-F238E27FC236}">
                <a16:creationId xmlns:a16="http://schemas.microsoft.com/office/drawing/2014/main" id="{CC4392AC-F6E5-4C4F-A0FF-97AE1E1325FE}"/>
              </a:ext>
            </a:extLst>
          </p:cNvPr>
          <p:cNvSpPr txBox="1">
            <a:spLocks noChangeArrowheads="1"/>
          </p:cNvSpPr>
          <p:nvPr/>
        </p:nvSpPr>
        <p:spPr bwMode="auto">
          <a:xfrm>
            <a:off x="5724526" y="5491163"/>
            <a:ext cx="6796088"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A place where something can be found, a physical address or a bounded business area.</a:t>
            </a:r>
            <a:endParaRPr lang="en-US" altLang="en-US" sz="1800">
              <a:solidFill>
                <a:schemeClr val="tx1"/>
              </a:solidFill>
            </a:endParaRPr>
          </a:p>
        </p:txBody>
      </p:sp>
      <p:sp>
        <p:nvSpPr>
          <p:cNvPr id="20488" name="Text Box 8">
            <a:extLst>
              <a:ext uri="{FF2B5EF4-FFF2-40B4-BE49-F238E27FC236}">
                <a16:creationId xmlns:a16="http://schemas.microsoft.com/office/drawing/2014/main" id="{924DC917-6C9D-45A3-8B9A-F68041410487}"/>
              </a:ext>
            </a:extLst>
          </p:cNvPr>
          <p:cNvSpPr txBox="1">
            <a:spLocks noChangeArrowheads="1"/>
          </p:cNvSpPr>
          <p:nvPr/>
        </p:nvSpPr>
        <p:spPr bwMode="auto">
          <a:xfrm>
            <a:off x="5686426" y="3243263"/>
            <a:ext cx="5798345"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Categories that apply to one or more of the other data concepts.</a:t>
            </a:r>
            <a:endParaRPr lang="en-US" altLang="en-US" sz="1800">
              <a:solidFill>
                <a:schemeClr val="tx1"/>
              </a:solidFill>
            </a:endParaRPr>
          </a:p>
        </p:txBody>
      </p:sp>
      <p:sp>
        <p:nvSpPr>
          <p:cNvPr id="20489" name="Text Box 9">
            <a:extLst>
              <a:ext uri="{FF2B5EF4-FFF2-40B4-BE49-F238E27FC236}">
                <a16:creationId xmlns:a16="http://schemas.microsoft.com/office/drawing/2014/main" id="{00510DAA-ABAF-41FD-84D8-2FA370274BC6}"/>
              </a:ext>
            </a:extLst>
          </p:cNvPr>
          <p:cNvSpPr txBox="1">
            <a:spLocks noChangeArrowheads="1"/>
          </p:cNvSpPr>
          <p:nvPr/>
        </p:nvSpPr>
        <p:spPr bwMode="auto">
          <a:xfrm>
            <a:off x="5729288" y="8689183"/>
            <a:ext cx="7086600"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The manner in which an Involved Party wishes to carry out its business.</a:t>
            </a:r>
            <a:endParaRPr lang="en-US" altLang="en-US" sz="1800">
              <a:solidFill>
                <a:schemeClr val="tx1"/>
              </a:solidFill>
            </a:endParaRPr>
          </a:p>
        </p:txBody>
      </p:sp>
      <p:sp>
        <p:nvSpPr>
          <p:cNvPr id="20490" name="Text Box 10">
            <a:extLst>
              <a:ext uri="{FF2B5EF4-FFF2-40B4-BE49-F238E27FC236}">
                <a16:creationId xmlns:a16="http://schemas.microsoft.com/office/drawing/2014/main" id="{0995AB9E-A78E-4D3C-B422-5FDAFE249E02}"/>
              </a:ext>
            </a:extLst>
          </p:cNvPr>
          <p:cNvSpPr txBox="1">
            <a:spLocks noChangeArrowheads="1"/>
          </p:cNvSpPr>
          <p:nvPr/>
        </p:nvSpPr>
        <p:spPr bwMode="auto">
          <a:xfrm>
            <a:off x="5710238" y="7984333"/>
            <a:ext cx="6848475"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Any value item that is of specific interest to the Financial Institution.</a:t>
            </a:r>
            <a:endParaRPr lang="en-US" altLang="en-US" sz="1800">
              <a:solidFill>
                <a:schemeClr val="tx1"/>
              </a:solidFill>
            </a:endParaRPr>
          </a:p>
        </p:txBody>
      </p:sp>
      <p:sp>
        <p:nvSpPr>
          <p:cNvPr id="20491" name="Text Box 11">
            <a:extLst>
              <a:ext uri="{FF2B5EF4-FFF2-40B4-BE49-F238E27FC236}">
                <a16:creationId xmlns:a16="http://schemas.microsoft.com/office/drawing/2014/main" id="{3D3F2840-32A8-456F-8CDC-7F2CB475EE88}"/>
              </a:ext>
            </a:extLst>
          </p:cNvPr>
          <p:cNvSpPr txBox="1">
            <a:spLocks noChangeArrowheads="1"/>
          </p:cNvSpPr>
          <p:nvPr/>
        </p:nvSpPr>
        <p:spPr bwMode="auto">
          <a:xfrm>
            <a:off x="5734051" y="7258051"/>
            <a:ext cx="6672263" cy="59093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chemeClr val="tx1"/>
                </a:solidFill>
              </a:rPr>
              <a:t>A happening about which the Financial Institution wishes to carry out its business.</a:t>
            </a:r>
            <a:endParaRPr lang="en-US" altLang="en-US" sz="1800">
              <a:solidFill>
                <a:schemeClr val="tx1"/>
              </a:solidFill>
            </a:endParaRPr>
          </a:p>
        </p:txBody>
      </p:sp>
      <p:sp>
        <p:nvSpPr>
          <p:cNvPr id="20492" name="Line 12">
            <a:extLst>
              <a:ext uri="{FF2B5EF4-FFF2-40B4-BE49-F238E27FC236}">
                <a16:creationId xmlns:a16="http://schemas.microsoft.com/office/drawing/2014/main" id="{205A0F8C-556A-4A2E-9DA7-AA0D865AE45E}"/>
              </a:ext>
            </a:extLst>
          </p:cNvPr>
          <p:cNvSpPr>
            <a:spLocks noChangeShapeType="1"/>
          </p:cNvSpPr>
          <p:nvPr/>
        </p:nvSpPr>
        <p:spPr bwMode="auto">
          <a:xfrm>
            <a:off x="5731670" y="2026445"/>
            <a:ext cx="26193" cy="7436643"/>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493" name="Text Box 13">
            <a:extLst>
              <a:ext uri="{FF2B5EF4-FFF2-40B4-BE49-F238E27FC236}">
                <a16:creationId xmlns:a16="http://schemas.microsoft.com/office/drawing/2014/main" id="{10973EDC-4FA8-4EFA-AD6D-7CC754EDDA07}"/>
              </a:ext>
            </a:extLst>
          </p:cNvPr>
          <p:cNvSpPr txBox="1">
            <a:spLocks noChangeArrowheads="1"/>
          </p:cNvSpPr>
          <p:nvPr/>
        </p:nvSpPr>
        <p:spPr bwMode="auto">
          <a:xfrm>
            <a:off x="2955133" y="2374107"/>
            <a:ext cx="1957587"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Involved Party</a:t>
            </a:r>
            <a:endParaRPr lang="en-US" altLang="en-US" sz="2400">
              <a:solidFill>
                <a:schemeClr val="tx1"/>
              </a:solidFill>
            </a:endParaRPr>
          </a:p>
        </p:txBody>
      </p:sp>
      <p:sp>
        <p:nvSpPr>
          <p:cNvPr id="20494" name="Text Box 14">
            <a:extLst>
              <a:ext uri="{FF2B5EF4-FFF2-40B4-BE49-F238E27FC236}">
                <a16:creationId xmlns:a16="http://schemas.microsoft.com/office/drawing/2014/main" id="{301AF687-1D41-41F7-8906-A52450F44890}"/>
              </a:ext>
            </a:extLst>
          </p:cNvPr>
          <p:cNvSpPr txBox="1">
            <a:spLocks noChangeArrowheads="1"/>
          </p:cNvSpPr>
          <p:nvPr/>
        </p:nvSpPr>
        <p:spPr bwMode="auto">
          <a:xfrm>
            <a:off x="2967038" y="3319463"/>
            <a:ext cx="1811073"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Classification</a:t>
            </a:r>
            <a:endParaRPr lang="en-US" altLang="en-US" sz="2400">
              <a:solidFill>
                <a:schemeClr val="tx1"/>
              </a:solidFill>
            </a:endParaRPr>
          </a:p>
        </p:txBody>
      </p:sp>
      <p:sp>
        <p:nvSpPr>
          <p:cNvPr id="20495" name="Text Box 15">
            <a:extLst>
              <a:ext uri="{FF2B5EF4-FFF2-40B4-BE49-F238E27FC236}">
                <a16:creationId xmlns:a16="http://schemas.microsoft.com/office/drawing/2014/main" id="{5B48FC86-1A9D-485A-A718-AC263E3305F0}"/>
              </a:ext>
            </a:extLst>
          </p:cNvPr>
          <p:cNvSpPr txBox="1">
            <a:spLocks noChangeArrowheads="1"/>
          </p:cNvSpPr>
          <p:nvPr/>
        </p:nvSpPr>
        <p:spPr bwMode="auto">
          <a:xfrm>
            <a:off x="3012282" y="4029075"/>
            <a:ext cx="1836850"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Arrangement</a:t>
            </a:r>
            <a:endParaRPr lang="en-US" altLang="en-US" sz="2400">
              <a:solidFill>
                <a:schemeClr val="tx1"/>
              </a:solidFill>
            </a:endParaRPr>
          </a:p>
        </p:txBody>
      </p:sp>
      <p:sp>
        <p:nvSpPr>
          <p:cNvPr id="20496" name="Text Box 16">
            <a:extLst>
              <a:ext uri="{FF2B5EF4-FFF2-40B4-BE49-F238E27FC236}">
                <a16:creationId xmlns:a16="http://schemas.microsoft.com/office/drawing/2014/main" id="{1F3B2B11-B5F5-46B4-8C27-433A65845538}"/>
              </a:ext>
            </a:extLst>
          </p:cNvPr>
          <p:cNvSpPr txBox="1">
            <a:spLocks noChangeArrowheads="1"/>
          </p:cNvSpPr>
          <p:nvPr/>
        </p:nvSpPr>
        <p:spPr bwMode="auto">
          <a:xfrm>
            <a:off x="2981326" y="7331870"/>
            <a:ext cx="880049"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Event</a:t>
            </a:r>
            <a:endParaRPr lang="en-US" altLang="en-US" sz="2400">
              <a:solidFill>
                <a:schemeClr val="tx1"/>
              </a:solidFill>
            </a:endParaRPr>
          </a:p>
        </p:txBody>
      </p:sp>
      <p:sp>
        <p:nvSpPr>
          <p:cNvPr id="20497" name="Text Box 17">
            <a:extLst>
              <a:ext uri="{FF2B5EF4-FFF2-40B4-BE49-F238E27FC236}">
                <a16:creationId xmlns:a16="http://schemas.microsoft.com/office/drawing/2014/main" id="{DCCF76D9-7AD1-47BC-8FCB-7546829559E0}"/>
              </a:ext>
            </a:extLst>
          </p:cNvPr>
          <p:cNvSpPr txBox="1">
            <a:spLocks noChangeArrowheads="1"/>
          </p:cNvSpPr>
          <p:nvPr/>
        </p:nvSpPr>
        <p:spPr bwMode="auto">
          <a:xfrm>
            <a:off x="2969420" y="5662613"/>
            <a:ext cx="1245213"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Location</a:t>
            </a:r>
            <a:endParaRPr lang="en-US" altLang="en-US" sz="2400">
              <a:solidFill>
                <a:schemeClr val="tx1"/>
              </a:solidFill>
            </a:endParaRPr>
          </a:p>
        </p:txBody>
      </p:sp>
      <p:sp>
        <p:nvSpPr>
          <p:cNvPr id="20498" name="Text Box 18">
            <a:extLst>
              <a:ext uri="{FF2B5EF4-FFF2-40B4-BE49-F238E27FC236}">
                <a16:creationId xmlns:a16="http://schemas.microsoft.com/office/drawing/2014/main" id="{2B5CDAC1-4281-4D9E-98F6-535DB3F2E8FC}"/>
              </a:ext>
            </a:extLst>
          </p:cNvPr>
          <p:cNvSpPr txBox="1">
            <a:spLocks noChangeArrowheads="1"/>
          </p:cNvSpPr>
          <p:nvPr/>
        </p:nvSpPr>
        <p:spPr bwMode="auto">
          <a:xfrm>
            <a:off x="2983707" y="8108157"/>
            <a:ext cx="1974836"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Resource Item</a:t>
            </a:r>
            <a:endParaRPr lang="en-US" altLang="en-US" sz="2400">
              <a:solidFill>
                <a:schemeClr val="tx1"/>
              </a:solidFill>
            </a:endParaRPr>
          </a:p>
        </p:txBody>
      </p:sp>
      <p:sp>
        <p:nvSpPr>
          <p:cNvPr id="20499" name="Text Box 19">
            <a:extLst>
              <a:ext uri="{FF2B5EF4-FFF2-40B4-BE49-F238E27FC236}">
                <a16:creationId xmlns:a16="http://schemas.microsoft.com/office/drawing/2014/main" id="{65C09D57-48C7-422C-86AC-53B61B7F1937}"/>
              </a:ext>
            </a:extLst>
          </p:cNvPr>
          <p:cNvSpPr txBox="1">
            <a:spLocks noChangeArrowheads="1"/>
          </p:cNvSpPr>
          <p:nvPr/>
        </p:nvSpPr>
        <p:spPr bwMode="auto">
          <a:xfrm>
            <a:off x="2971800" y="6546057"/>
            <a:ext cx="1401346"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Condition</a:t>
            </a:r>
            <a:endParaRPr lang="en-US" altLang="en-US" sz="2400">
              <a:solidFill>
                <a:schemeClr val="tx1"/>
              </a:solidFill>
            </a:endParaRPr>
          </a:p>
        </p:txBody>
      </p:sp>
      <p:sp>
        <p:nvSpPr>
          <p:cNvPr id="20500" name="Text Box 20">
            <a:extLst>
              <a:ext uri="{FF2B5EF4-FFF2-40B4-BE49-F238E27FC236}">
                <a16:creationId xmlns:a16="http://schemas.microsoft.com/office/drawing/2014/main" id="{F21DE2D0-E4F3-4EE3-B37D-4EF07A1DA74F}"/>
              </a:ext>
            </a:extLst>
          </p:cNvPr>
          <p:cNvSpPr txBox="1">
            <a:spLocks noChangeArrowheads="1"/>
          </p:cNvSpPr>
          <p:nvPr/>
        </p:nvSpPr>
        <p:spPr bwMode="auto">
          <a:xfrm>
            <a:off x="2988470" y="4898232"/>
            <a:ext cx="1163973" cy="4247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Product</a:t>
            </a:r>
            <a:endParaRPr lang="en-US" altLang="en-US" sz="2400">
              <a:solidFill>
                <a:schemeClr val="tx1"/>
              </a:solidFill>
            </a:endParaRPr>
          </a:p>
        </p:txBody>
      </p:sp>
      <p:sp>
        <p:nvSpPr>
          <p:cNvPr id="20501" name="Text Box 21">
            <a:extLst>
              <a:ext uri="{FF2B5EF4-FFF2-40B4-BE49-F238E27FC236}">
                <a16:creationId xmlns:a16="http://schemas.microsoft.com/office/drawing/2014/main" id="{37801343-A8E8-41ED-A63D-3A4A941C0D41}"/>
              </a:ext>
            </a:extLst>
          </p:cNvPr>
          <p:cNvSpPr txBox="1">
            <a:spLocks noChangeArrowheads="1"/>
          </p:cNvSpPr>
          <p:nvPr/>
        </p:nvSpPr>
        <p:spPr bwMode="auto">
          <a:xfrm>
            <a:off x="2955132" y="8662988"/>
            <a:ext cx="2164556" cy="757130"/>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400">
                <a:solidFill>
                  <a:schemeClr val="tx1"/>
                </a:solidFill>
              </a:rPr>
              <a:t>Business Direction Item</a:t>
            </a:r>
            <a:endParaRPr lang="en-US" altLang="en-US" sz="2400">
              <a:solidFill>
                <a:schemeClr val="tx1"/>
              </a:solidFill>
            </a:endParaRPr>
          </a:p>
        </p:txBody>
      </p:sp>
      <p:sp>
        <p:nvSpPr>
          <p:cNvPr id="20502" name="Line 22">
            <a:extLst>
              <a:ext uri="{FF2B5EF4-FFF2-40B4-BE49-F238E27FC236}">
                <a16:creationId xmlns:a16="http://schemas.microsoft.com/office/drawing/2014/main" id="{C2493809-7796-46D5-A28C-5CDB1AD86184}"/>
              </a:ext>
            </a:extLst>
          </p:cNvPr>
          <p:cNvSpPr>
            <a:spLocks noChangeShapeType="1"/>
          </p:cNvSpPr>
          <p:nvPr/>
        </p:nvSpPr>
        <p:spPr bwMode="auto">
          <a:xfrm>
            <a:off x="2988470" y="3076575"/>
            <a:ext cx="7222331"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3" name="Line 23">
            <a:extLst>
              <a:ext uri="{FF2B5EF4-FFF2-40B4-BE49-F238E27FC236}">
                <a16:creationId xmlns:a16="http://schemas.microsoft.com/office/drawing/2014/main" id="{8062DADB-EE44-4521-847B-3F5C386C8992}"/>
              </a:ext>
            </a:extLst>
          </p:cNvPr>
          <p:cNvSpPr>
            <a:spLocks noChangeShapeType="1"/>
          </p:cNvSpPr>
          <p:nvPr/>
        </p:nvSpPr>
        <p:spPr bwMode="auto">
          <a:xfrm>
            <a:off x="3055145" y="8672513"/>
            <a:ext cx="7222331"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4" name="Line 24">
            <a:extLst>
              <a:ext uri="{FF2B5EF4-FFF2-40B4-BE49-F238E27FC236}">
                <a16:creationId xmlns:a16="http://schemas.microsoft.com/office/drawing/2014/main" id="{1232C896-16BA-427A-90E4-DDD062F186D1}"/>
              </a:ext>
            </a:extLst>
          </p:cNvPr>
          <p:cNvSpPr>
            <a:spLocks noChangeShapeType="1"/>
          </p:cNvSpPr>
          <p:nvPr/>
        </p:nvSpPr>
        <p:spPr bwMode="auto">
          <a:xfrm>
            <a:off x="3078958" y="4731545"/>
            <a:ext cx="7222331"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5" name="Line 25">
            <a:extLst>
              <a:ext uri="{FF2B5EF4-FFF2-40B4-BE49-F238E27FC236}">
                <a16:creationId xmlns:a16="http://schemas.microsoft.com/office/drawing/2014/main" id="{B9FCDFC5-E0B1-496E-8E10-91B63039BB8E}"/>
              </a:ext>
            </a:extLst>
          </p:cNvPr>
          <p:cNvSpPr>
            <a:spLocks noChangeShapeType="1"/>
          </p:cNvSpPr>
          <p:nvPr/>
        </p:nvSpPr>
        <p:spPr bwMode="auto">
          <a:xfrm>
            <a:off x="3081338" y="5484020"/>
            <a:ext cx="7222332"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6" name="Line 26">
            <a:extLst>
              <a:ext uri="{FF2B5EF4-FFF2-40B4-BE49-F238E27FC236}">
                <a16:creationId xmlns:a16="http://schemas.microsoft.com/office/drawing/2014/main" id="{337C66A0-E2AB-4E4A-AD4E-D8B00C1B6C0F}"/>
              </a:ext>
            </a:extLst>
          </p:cNvPr>
          <p:cNvSpPr>
            <a:spLocks noChangeShapeType="1"/>
          </p:cNvSpPr>
          <p:nvPr/>
        </p:nvSpPr>
        <p:spPr bwMode="auto">
          <a:xfrm>
            <a:off x="3105150" y="6429375"/>
            <a:ext cx="7222332"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7" name="Line 27">
            <a:extLst>
              <a:ext uri="{FF2B5EF4-FFF2-40B4-BE49-F238E27FC236}">
                <a16:creationId xmlns:a16="http://schemas.microsoft.com/office/drawing/2014/main" id="{36ADD0EF-71AA-4C40-A533-777238D84C46}"/>
              </a:ext>
            </a:extLst>
          </p:cNvPr>
          <p:cNvSpPr>
            <a:spLocks noChangeShapeType="1"/>
          </p:cNvSpPr>
          <p:nvPr/>
        </p:nvSpPr>
        <p:spPr bwMode="auto">
          <a:xfrm>
            <a:off x="3086100" y="7267575"/>
            <a:ext cx="7222332"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8" name="Line 28">
            <a:extLst>
              <a:ext uri="{FF2B5EF4-FFF2-40B4-BE49-F238E27FC236}">
                <a16:creationId xmlns:a16="http://schemas.microsoft.com/office/drawing/2014/main" id="{A58AC117-BFEA-445C-B9ED-BC6C45455D9D}"/>
              </a:ext>
            </a:extLst>
          </p:cNvPr>
          <p:cNvSpPr>
            <a:spLocks noChangeShapeType="1"/>
          </p:cNvSpPr>
          <p:nvPr/>
        </p:nvSpPr>
        <p:spPr bwMode="auto">
          <a:xfrm>
            <a:off x="3088483" y="7934325"/>
            <a:ext cx="7222331"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09" name="Line 29">
            <a:extLst>
              <a:ext uri="{FF2B5EF4-FFF2-40B4-BE49-F238E27FC236}">
                <a16:creationId xmlns:a16="http://schemas.microsoft.com/office/drawing/2014/main" id="{928A92F6-737C-4909-932B-C7C69887B59F}"/>
              </a:ext>
            </a:extLst>
          </p:cNvPr>
          <p:cNvSpPr>
            <a:spLocks noChangeShapeType="1"/>
          </p:cNvSpPr>
          <p:nvPr/>
        </p:nvSpPr>
        <p:spPr bwMode="auto">
          <a:xfrm>
            <a:off x="3090863" y="3907632"/>
            <a:ext cx="7222332"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10" name="Line 30">
            <a:extLst>
              <a:ext uri="{FF2B5EF4-FFF2-40B4-BE49-F238E27FC236}">
                <a16:creationId xmlns:a16="http://schemas.microsoft.com/office/drawing/2014/main" id="{5CA63EB4-7DC8-462E-8048-C39A97D24251}"/>
              </a:ext>
            </a:extLst>
          </p:cNvPr>
          <p:cNvSpPr>
            <a:spLocks noChangeShapeType="1"/>
          </p:cNvSpPr>
          <p:nvPr/>
        </p:nvSpPr>
        <p:spPr bwMode="auto">
          <a:xfrm flipH="1">
            <a:off x="5119688" y="2135983"/>
            <a:ext cx="14288" cy="7327106"/>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sz="2700"/>
          </a:p>
        </p:txBody>
      </p:sp>
      <p:sp>
        <p:nvSpPr>
          <p:cNvPr id="20511" name="Text Box 31">
            <a:extLst>
              <a:ext uri="{FF2B5EF4-FFF2-40B4-BE49-F238E27FC236}">
                <a16:creationId xmlns:a16="http://schemas.microsoft.com/office/drawing/2014/main" id="{9609EAFC-DA46-4D45-8711-2B7CBB46E49D}"/>
              </a:ext>
            </a:extLst>
          </p:cNvPr>
          <p:cNvSpPr txBox="1">
            <a:spLocks noChangeArrowheads="1"/>
          </p:cNvSpPr>
          <p:nvPr/>
        </p:nvSpPr>
        <p:spPr bwMode="auto">
          <a:xfrm>
            <a:off x="5168015" y="2343151"/>
            <a:ext cx="450764"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IP</a:t>
            </a:r>
            <a:endParaRPr lang="en-US" altLang="en-US" sz="2700">
              <a:solidFill>
                <a:srgbClr val="9999FF"/>
              </a:solidFill>
            </a:endParaRPr>
          </a:p>
        </p:txBody>
      </p:sp>
      <p:sp>
        <p:nvSpPr>
          <p:cNvPr id="20512" name="Text Box 32">
            <a:extLst>
              <a:ext uri="{FF2B5EF4-FFF2-40B4-BE49-F238E27FC236}">
                <a16:creationId xmlns:a16="http://schemas.microsoft.com/office/drawing/2014/main" id="{C403BFB3-197D-4C59-B540-4DFBA2A3DB1B}"/>
              </a:ext>
            </a:extLst>
          </p:cNvPr>
          <p:cNvSpPr txBox="1">
            <a:spLocks noChangeArrowheads="1"/>
          </p:cNvSpPr>
          <p:nvPr/>
        </p:nvSpPr>
        <p:spPr bwMode="auto">
          <a:xfrm>
            <a:off x="5095250" y="4874420"/>
            <a:ext cx="577402"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PD</a:t>
            </a:r>
            <a:endParaRPr lang="en-US" altLang="en-US" sz="2700">
              <a:solidFill>
                <a:srgbClr val="9999FF"/>
              </a:solidFill>
            </a:endParaRPr>
          </a:p>
        </p:txBody>
      </p:sp>
      <p:sp>
        <p:nvSpPr>
          <p:cNvPr id="20513" name="Text Box 33">
            <a:extLst>
              <a:ext uri="{FF2B5EF4-FFF2-40B4-BE49-F238E27FC236}">
                <a16:creationId xmlns:a16="http://schemas.microsoft.com/office/drawing/2014/main" id="{2E909A8A-CE19-4CB6-846B-927780372CEC}"/>
              </a:ext>
            </a:extLst>
          </p:cNvPr>
          <p:cNvSpPr txBox="1">
            <a:spLocks noChangeArrowheads="1"/>
          </p:cNvSpPr>
          <p:nvPr/>
        </p:nvSpPr>
        <p:spPr bwMode="auto">
          <a:xfrm>
            <a:off x="5112623" y="3998120"/>
            <a:ext cx="572593"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AR</a:t>
            </a:r>
            <a:endParaRPr lang="en-US" altLang="en-US" sz="2700">
              <a:solidFill>
                <a:srgbClr val="9999FF"/>
              </a:solidFill>
            </a:endParaRPr>
          </a:p>
        </p:txBody>
      </p:sp>
      <p:sp>
        <p:nvSpPr>
          <p:cNvPr id="20514" name="Text Box 34">
            <a:extLst>
              <a:ext uri="{FF2B5EF4-FFF2-40B4-BE49-F238E27FC236}">
                <a16:creationId xmlns:a16="http://schemas.microsoft.com/office/drawing/2014/main" id="{72F24EE6-A26F-4E0A-9617-9327A2DAD1F6}"/>
              </a:ext>
            </a:extLst>
          </p:cNvPr>
          <p:cNvSpPr txBox="1">
            <a:spLocks noChangeArrowheads="1"/>
          </p:cNvSpPr>
          <p:nvPr/>
        </p:nvSpPr>
        <p:spPr bwMode="auto">
          <a:xfrm>
            <a:off x="5150645" y="8051008"/>
            <a:ext cx="458780"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RI</a:t>
            </a:r>
            <a:endParaRPr lang="en-US" altLang="en-US" sz="2700">
              <a:solidFill>
                <a:srgbClr val="9999FF"/>
              </a:solidFill>
            </a:endParaRPr>
          </a:p>
        </p:txBody>
      </p:sp>
      <p:sp>
        <p:nvSpPr>
          <p:cNvPr id="20515" name="Text Box 35">
            <a:extLst>
              <a:ext uri="{FF2B5EF4-FFF2-40B4-BE49-F238E27FC236}">
                <a16:creationId xmlns:a16="http://schemas.microsoft.com/office/drawing/2014/main" id="{F6546124-3BBB-49D8-BEBE-260B0DFEEC45}"/>
              </a:ext>
            </a:extLst>
          </p:cNvPr>
          <p:cNvSpPr txBox="1">
            <a:spLocks noChangeArrowheads="1"/>
          </p:cNvSpPr>
          <p:nvPr/>
        </p:nvSpPr>
        <p:spPr bwMode="auto">
          <a:xfrm>
            <a:off x="5101418" y="6596063"/>
            <a:ext cx="582211"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CD</a:t>
            </a:r>
            <a:endParaRPr lang="en-US" altLang="en-US" sz="2700">
              <a:solidFill>
                <a:srgbClr val="9999FF"/>
              </a:solidFill>
            </a:endParaRPr>
          </a:p>
        </p:txBody>
      </p:sp>
      <p:sp>
        <p:nvSpPr>
          <p:cNvPr id="20516" name="Text Box 36">
            <a:extLst>
              <a:ext uri="{FF2B5EF4-FFF2-40B4-BE49-F238E27FC236}">
                <a16:creationId xmlns:a16="http://schemas.microsoft.com/office/drawing/2014/main" id="{05DCB100-FEC5-421F-A3F5-963040555D62}"/>
              </a:ext>
            </a:extLst>
          </p:cNvPr>
          <p:cNvSpPr txBox="1">
            <a:spLocks noChangeArrowheads="1"/>
          </p:cNvSpPr>
          <p:nvPr/>
        </p:nvSpPr>
        <p:spPr bwMode="auto">
          <a:xfrm>
            <a:off x="5115355" y="5698333"/>
            <a:ext cx="552139"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LO</a:t>
            </a:r>
            <a:endParaRPr lang="en-US" altLang="en-US" sz="2700">
              <a:solidFill>
                <a:srgbClr val="9999FF"/>
              </a:solidFill>
            </a:endParaRPr>
          </a:p>
        </p:txBody>
      </p:sp>
      <p:sp>
        <p:nvSpPr>
          <p:cNvPr id="20517" name="Text Box 37">
            <a:extLst>
              <a:ext uri="{FF2B5EF4-FFF2-40B4-BE49-F238E27FC236}">
                <a16:creationId xmlns:a16="http://schemas.microsoft.com/office/drawing/2014/main" id="{5F179F97-7578-4D0B-AE73-0AD5749B8089}"/>
              </a:ext>
            </a:extLst>
          </p:cNvPr>
          <p:cNvSpPr txBox="1">
            <a:spLocks noChangeArrowheads="1"/>
          </p:cNvSpPr>
          <p:nvPr/>
        </p:nvSpPr>
        <p:spPr bwMode="auto">
          <a:xfrm>
            <a:off x="5124255" y="3321845"/>
            <a:ext cx="514885"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CL</a:t>
            </a:r>
            <a:endParaRPr lang="en-US" altLang="en-US" sz="2700">
              <a:solidFill>
                <a:srgbClr val="9999FF"/>
              </a:solidFill>
            </a:endParaRPr>
          </a:p>
        </p:txBody>
      </p:sp>
      <p:sp>
        <p:nvSpPr>
          <p:cNvPr id="20518" name="Text Box 38">
            <a:extLst>
              <a:ext uri="{FF2B5EF4-FFF2-40B4-BE49-F238E27FC236}">
                <a16:creationId xmlns:a16="http://schemas.microsoft.com/office/drawing/2014/main" id="{A9B3A5BC-57BE-48C9-A7BA-D99BB95E6A67}"/>
              </a:ext>
            </a:extLst>
          </p:cNvPr>
          <p:cNvSpPr txBox="1">
            <a:spLocks noChangeArrowheads="1"/>
          </p:cNvSpPr>
          <p:nvPr/>
        </p:nvSpPr>
        <p:spPr bwMode="auto">
          <a:xfrm>
            <a:off x="5118088" y="8853488"/>
            <a:ext cx="585417"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BD</a:t>
            </a:r>
            <a:endParaRPr lang="en-US" altLang="en-US" sz="2700">
              <a:solidFill>
                <a:srgbClr val="9999FF"/>
              </a:solidFill>
            </a:endParaRPr>
          </a:p>
        </p:txBody>
      </p:sp>
      <p:sp>
        <p:nvSpPr>
          <p:cNvPr id="20519" name="Text Box 39">
            <a:extLst>
              <a:ext uri="{FF2B5EF4-FFF2-40B4-BE49-F238E27FC236}">
                <a16:creationId xmlns:a16="http://schemas.microsoft.com/office/drawing/2014/main" id="{0AD6A024-E26E-4D42-96F9-F3D0FFE4FC02}"/>
              </a:ext>
            </a:extLst>
          </p:cNvPr>
          <p:cNvSpPr txBox="1">
            <a:spLocks noChangeArrowheads="1"/>
          </p:cNvSpPr>
          <p:nvPr/>
        </p:nvSpPr>
        <p:spPr bwMode="auto">
          <a:xfrm>
            <a:off x="5106455" y="7355683"/>
            <a:ext cx="550151" cy="466281"/>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700">
                <a:solidFill>
                  <a:srgbClr val="9999FF"/>
                </a:solidFill>
              </a:rPr>
              <a:t>EV</a:t>
            </a:r>
            <a:endParaRPr lang="en-US" altLang="en-US" sz="2700">
              <a:solidFill>
                <a:srgbClr val="9999FF"/>
              </a:solidFill>
            </a:endParaRPr>
          </a:p>
        </p:txBody>
      </p:sp>
      <p:sp>
        <p:nvSpPr>
          <p:cNvPr id="214056" name="Text Box 40">
            <a:extLst>
              <a:ext uri="{FF2B5EF4-FFF2-40B4-BE49-F238E27FC236}">
                <a16:creationId xmlns:a16="http://schemas.microsoft.com/office/drawing/2014/main" id="{C48051AB-D441-4CE8-BE0F-93C75AEB5FD4}"/>
              </a:ext>
            </a:extLst>
          </p:cNvPr>
          <p:cNvSpPr txBox="1">
            <a:spLocks noChangeArrowheads="1"/>
          </p:cNvSpPr>
          <p:nvPr/>
        </p:nvSpPr>
        <p:spPr bwMode="auto">
          <a:xfrm>
            <a:off x="13627895" y="2428875"/>
            <a:ext cx="1290738"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Individual</a:t>
            </a:r>
            <a:endParaRPr lang="en-US" altLang="en-US" sz="2100" b="1">
              <a:solidFill>
                <a:srgbClr val="009933"/>
              </a:solidFill>
            </a:endParaRPr>
          </a:p>
        </p:txBody>
      </p:sp>
      <p:sp>
        <p:nvSpPr>
          <p:cNvPr id="214057" name="Text Box 41">
            <a:extLst>
              <a:ext uri="{FF2B5EF4-FFF2-40B4-BE49-F238E27FC236}">
                <a16:creationId xmlns:a16="http://schemas.microsoft.com/office/drawing/2014/main" id="{25C3DA8C-1877-4D18-807D-1BB1967F1E8D}"/>
              </a:ext>
            </a:extLst>
          </p:cNvPr>
          <p:cNvSpPr txBox="1">
            <a:spLocks noChangeArrowheads="1"/>
          </p:cNvSpPr>
          <p:nvPr/>
        </p:nvSpPr>
        <p:spPr bwMode="auto">
          <a:xfrm>
            <a:off x="13325475" y="3952875"/>
            <a:ext cx="1868332"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Mortgage Loan</a:t>
            </a:r>
            <a:endParaRPr lang="en-US" altLang="en-US" sz="2100" b="1">
              <a:solidFill>
                <a:srgbClr val="009933"/>
              </a:solidFill>
            </a:endParaRPr>
          </a:p>
        </p:txBody>
      </p:sp>
      <p:sp>
        <p:nvSpPr>
          <p:cNvPr id="214058" name="Text Box 42">
            <a:extLst>
              <a:ext uri="{FF2B5EF4-FFF2-40B4-BE49-F238E27FC236}">
                <a16:creationId xmlns:a16="http://schemas.microsoft.com/office/drawing/2014/main" id="{829C899D-FA18-4888-A584-79E2EF4A6BE7}"/>
              </a:ext>
            </a:extLst>
          </p:cNvPr>
          <p:cNvSpPr txBox="1">
            <a:spLocks noChangeArrowheads="1"/>
          </p:cNvSpPr>
          <p:nvPr/>
        </p:nvSpPr>
        <p:spPr bwMode="auto">
          <a:xfrm>
            <a:off x="13006388" y="4876800"/>
            <a:ext cx="2206501"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Mortgage Product</a:t>
            </a:r>
            <a:endParaRPr lang="en-US" altLang="en-US" sz="2100" b="1">
              <a:solidFill>
                <a:srgbClr val="009933"/>
              </a:solidFill>
            </a:endParaRPr>
          </a:p>
        </p:txBody>
      </p:sp>
      <p:sp>
        <p:nvSpPr>
          <p:cNvPr id="214059" name="Text Box 43">
            <a:extLst>
              <a:ext uri="{FF2B5EF4-FFF2-40B4-BE49-F238E27FC236}">
                <a16:creationId xmlns:a16="http://schemas.microsoft.com/office/drawing/2014/main" id="{CCCECFB4-503A-4C4E-A1F5-F07F7C6B3F6B}"/>
              </a:ext>
            </a:extLst>
          </p:cNvPr>
          <p:cNvSpPr txBox="1">
            <a:spLocks noChangeArrowheads="1"/>
          </p:cNvSpPr>
          <p:nvPr/>
        </p:nvSpPr>
        <p:spPr bwMode="auto">
          <a:xfrm>
            <a:off x="13882688" y="5757863"/>
            <a:ext cx="918841"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Dublin</a:t>
            </a:r>
            <a:endParaRPr lang="en-US" altLang="en-US" sz="2100" b="1">
              <a:solidFill>
                <a:srgbClr val="009933"/>
              </a:solidFill>
            </a:endParaRPr>
          </a:p>
        </p:txBody>
      </p:sp>
      <p:sp>
        <p:nvSpPr>
          <p:cNvPr id="214060" name="Text Box 44">
            <a:extLst>
              <a:ext uri="{FF2B5EF4-FFF2-40B4-BE49-F238E27FC236}">
                <a16:creationId xmlns:a16="http://schemas.microsoft.com/office/drawing/2014/main" id="{B579BC8F-DD87-4279-9F38-54C65A6750BE}"/>
              </a:ext>
            </a:extLst>
          </p:cNvPr>
          <p:cNvSpPr txBox="1">
            <a:spLocks noChangeArrowheads="1"/>
          </p:cNvSpPr>
          <p:nvPr/>
        </p:nvSpPr>
        <p:spPr bwMode="auto">
          <a:xfrm>
            <a:off x="13387388" y="6660357"/>
            <a:ext cx="1621021"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Interest Rate</a:t>
            </a:r>
            <a:endParaRPr lang="en-US" altLang="en-US" sz="2100" b="1">
              <a:solidFill>
                <a:srgbClr val="009933"/>
              </a:solidFill>
            </a:endParaRPr>
          </a:p>
        </p:txBody>
      </p:sp>
      <p:sp>
        <p:nvSpPr>
          <p:cNvPr id="214061" name="Text Box 45">
            <a:extLst>
              <a:ext uri="{FF2B5EF4-FFF2-40B4-BE49-F238E27FC236}">
                <a16:creationId xmlns:a16="http://schemas.microsoft.com/office/drawing/2014/main" id="{FB04B81C-F37E-4086-8363-5EB9E020FA60}"/>
              </a:ext>
            </a:extLst>
          </p:cNvPr>
          <p:cNvSpPr txBox="1">
            <a:spLocks noChangeArrowheads="1"/>
          </p:cNvSpPr>
          <p:nvPr/>
        </p:nvSpPr>
        <p:spPr bwMode="auto">
          <a:xfrm>
            <a:off x="13392150" y="7498557"/>
            <a:ext cx="1460528"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Repayment</a:t>
            </a:r>
            <a:endParaRPr lang="en-US" altLang="en-US" sz="2100" b="1">
              <a:solidFill>
                <a:srgbClr val="009933"/>
              </a:solidFill>
            </a:endParaRPr>
          </a:p>
        </p:txBody>
      </p:sp>
      <p:sp>
        <p:nvSpPr>
          <p:cNvPr id="214062" name="Text Box 46">
            <a:extLst>
              <a:ext uri="{FF2B5EF4-FFF2-40B4-BE49-F238E27FC236}">
                <a16:creationId xmlns:a16="http://schemas.microsoft.com/office/drawing/2014/main" id="{9EC500EE-C097-4E3D-A9DB-EA0D7E55E560}"/>
              </a:ext>
            </a:extLst>
          </p:cNvPr>
          <p:cNvSpPr txBox="1">
            <a:spLocks noChangeArrowheads="1"/>
          </p:cNvSpPr>
          <p:nvPr/>
        </p:nvSpPr>
        <p:spPr bwMode="auto">
          <a:xfrm>
            <a:off x="13789820" y="8186738"/>
            <a:ext cx="886781"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House</a:t>
            </a:r>
            <a:endParaRPr lang="en-US" altLang="en-US" sz="2100" b="1">
              <a:solidFill>
                <a:srgbClr val="009933"/>
              </a:solidFill>
            </a:endParaRPr>
          </a:p>
        </p:txBody>
      </p:sp>
      <p:sp>
        <p:nvSpPr>
          <p:cNvPr id="214064" name="Text Box 48">
            <a:extLst>
              <a:ext uri="{FF2B5EF4-FFF2-40B4-BE49-F238E27FC236}">
                <a16:creationId xmlns:a16="http://schemas.microsoft.com/office/drawing/2014/main" id="{7B4D8355-7675-4915-A5B8-82C90F5AA808}"/>
              </a:ext>
            </a:extLst>
          </p:cNvPr>
          <p:cNvSpPr txBox="1">
            <a:spLocks noChangeArrowheads="1"/>
          </p:cNvSpPr>
          <p:nvPr/>
        </p:nvSpPr>
        <p:spPr bwMode="auto">
          <a:xfrm>
            <a:off x="11782425" y="3283745"/>
            <a:ext cx="3684022" cy="38318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Professional Married Individual</a:t>
            </a:r>
            <a:endParaRPr lang="en-US" altLang="en-US" sz="2100" b="1">
              <a:solidFill>
                <a:srgbClr val="009933"/>
              </a:solidFill>
            </a:endParaRPr>
          </a:p>
        </p:txBody>
      </p:sp>
      <p:sp>
        <p:nvSpPr>
          <p:cNvPr id="214063" name="Text Box 47">
            <a:extLst>
              <a:ext uri="{FF2B5EF4-FFF2-40B4-BE49-F238E27FC236}">
                <a16:creationId xmlns:a16="http://schemas.microsoft.com/office/drawing/2014/main" id="{09D2B5FC-7D41-46E3-B595-15E831BCB423}"/>
              </a:ext>
            </a:extLst>
          </p:cNvPr>
          <p:cNvSpPr txBox="1">
            <a:spLocks noChangeArrowheads="1"/>
          </p:cNvSpPr>
          <p:nvPr/>
        </p:nvSpPr>
        <p:spPr bwMode="auto">
          <a:xfrm>
            <a:off x="13077825" y="8896350"/>
            <a:ext cx="2109616" cy="3831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2100" b="1">
                <a:solidFill>
                  <a:srgbClr val="009933"/>
                </a:solidFill>
              </a:rPr>
              <a:t>Business strategy</a:t>
            </a:r>
            <a:endParaRPr lang="en-US" altLang="en-US" sz="2100" b="1">
              <a:solidFill>
                <a:srgbClr val="009933"/>
              </a:solidFill>
            </a:endParaRPr>
          </a:p>
        </p:txBody>
      </p:sp>
      <p:sp>
        <p:nvSpPr>
          <p:cNvPr id="214065" name="Text Box 49">
            <a:extLst>
              <a:ext uri="{FF2B5EF4-FFF2-40B4-BE49-F238E27FC236}">
                <a16:creationId xmlns:a16="http://schemas.microsoft.com/office/drawing/2014/main" id="{029EDE87-1786-4D59-8C21-4819501CAE91}"/>
              </a:ext>
            </a:extLst>
          </p:cNvPr>
          <p:cNvSpPr txBox="1">
            <a:spLocks noChangeArrowheads="1"/>
          </p:cNvSpPr>
          <p:nvPr/>
        </p:nvSpPr>
        <p:spPr bwMode="auto">
          <a:xfrm>
            <a:off x="13911263" y="3659982"/>
            <a:ext cx="755335"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opens</a:t>
            </a:r>
            <a:endParaRPr lang="en-US" altLang="en-US" sz="1800">
              <a:solidFill>
                <a:srgbClr val="6699FF"/>
              </a:solidFill>
            </a:endParaRPr>
          </a:p>
        </p:txBody>
      </p:sp>
      <p:sp>
        <p:nvSpPr>
          <p:cNvPr id="214066" name="Text Box 50">
            <a:extLst>
              <a:ext uri="{FF2B5EF4-FFF2-40B4-BE49-F238E27FC236}">
                <a16:creationId xmlns:a16="http://schemas.microsoft.com/office/drawing/2014/main" id="{F81BE31C-D1DF-46AE-896C-9D752C0F2DC6}"/>
              </a:ext>
            </a:extLst>
          </p:cNvPr>
          <p:cNvSpPr txBox="1">
            <a:spLocks noChangeArrowheads="1"/>
          </p:cNvSpPr>
          <p:nvPr/>
        </p:nvSpPr>
        <p:spPr bwMode="auto">
          <a:xfrm>
            <a:off x="12901613" y="4369595"/>
            <a:ext cx="2798138"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based on the banks product</a:t>
            </a:r>
            <a:endParaRPr lang="en-US" altLang="en-US" sz="1800">
              <a:solidFill>
                <a:srgbClr val="6699FF"/>
              </a:solidFill>
            </a:endParaRPr>
          </a:p>
        </p:txBody>
      </p:sp>
      <p:sp>
        <p:nvSpPr>
          <p:cNvPr id="214067" name="Text Box 51">
            <a:extLst>
              <a:ext uri="{FF2B5EF4-FFF2-40B4-BE49-F238E27FC236}">
                <a16:creationId xmlns:a16="http://schemas.microsoft.com/office/drawing/2014/main" id="{8CCA7276-52C3-4544-B496-B73BD096466C}"/>
              </a:ext>
            </a:extLst>
          </p:cNvPr>
          <p:cNvSpPr txBox="1">
            <a:spLocks noChangeArrowheads="1"/>
          </p:cNvSpPr>
          <p:nvPr/>
        </p:nvSpPr>
        <p:spPr bwMode="auto">
          <a:xfrm>
            <a:off x="13480258" y="5269707"/>
            <a:ext cx="1457515"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In a branch in</a:t>
            </a:r>
            <a:endParaRPr lang="en-US" altLang="en-US" sz="1800">
              <a:solidFill>
                <a:srgbClr val="6699FF"/>
              </a:solidFill>
            </a:endParaRPr>
          </a:p>
        </p:txBody>
      </p:sp>
      <p:sp>
        <p:nvSpPr>
          <p:cNvPr id="214068" name="Text Box 52">
            <a:extLst>
              <a:ext uri="{FF2B5EF4-FFF2-40B4-BE49-F238E27FC236}">
                <a16:creationId xmlns:a16="http://schemas.microsoft.com/office/drawing/2014/main" id="{0E31F956-0514-4342-B0E7-7725518585F0}"/>
              </a:ext>
            </a:extLst>
          </p:cNvPr>
          <p:cNvSpPr txBox="1">
            <a:spLocks noChangeArrowheads="1"/>
          </p:cNvSpPr>
          <p:nvPr/>
        </p:nvSpPr>
        <p:spPr bwMode="auto">
          <a:xfrm>
            <a:off x="13530263" y="6276975"/>
            <a:ext cx="1563057"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with a variable</a:t>
            </a:r>
            <a:endParaRPr lang="en-US" altLang="en-US" sz="1800">
              <a:solidFill>
                <a:srgbClr val="6699FF"/>
              </a:solidFill>
            </a:endParaRPr>
          </a:p>
        </p:txBody>
      </p:sp>
      <p:sp>
        <p:nvSpPr>
          <p:cNvPr id="214069" name="Text Box 53">
            <a:extLst>
              <a:ext uri="{FF2B5EF4-FFF2-40B4-BE49-F238E27FC236}">
                <a16:creationId xmlns:a16="http://schemas.microsoft.com/office/drawing/2014/main" id="{C3370F2D-D296-41ED-854B-4EC392BD3205}"/>
              </a:ext>
            </a:extLst>
          </p:cNvPr>
          <p:cNvSpPr txBox="1">
            <a:spLocks noChangeArrowheads="1"/>
          </p:cNvSpPr>
          <p:nvPr/>
        </p:nvSpPr>
        <p:spPr bwMode="auto">
          <a:xfrm>
            <a:off x="13301663" y="7029450"/>
            <a:ext cx="1933350"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and fixed monthly </a:t>
            </a:r>
            <a:endParaRPr lang="en-US" altLang="en-US" sz="1800">
              <a:solidFill>
                <a:srgbClr val="6699FF"/>
              </a:solidFill>
            </a:endParaRPr>
          </a:p>
        </p:txBody>
      </p:sp>
      <p:sp>
        <p:nvSpPr>
          <p:cNvPr id="214070" name="Text Box 54">
            <a:extLst>
              <a:ext uri="{FF2B5EF4-FFF2-40B4-BE49-F238E27FC236}">
                <a16:creationId xmlns:a16="http://schemas.microsoft.com/office/drawing/2014/main" id="{9CF3B3FF-D8BE-4F4F-9B3C-CCF0E6BD3F1E}"/>
              </a:ext>
            </a:extLst>
          </p:cNvPr>
          <p:cNvSpPr txBox="1">
            <a:spLocks noChangeArrowheads="1"/>
          </p:cNvSpPr>
          <p:nvPr/>
        </p:nvSpPr>
        <p:spPr bwMode="auto">
          <a:xfrm>
            <a:off x="11999120" y="7910513"/>
            <a:ext cx="3677738"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where the underlying collateral is the</a:t>
            </a:r>
            <a:endParaRPr lang="en-US" altLang="en-US" sz="1800">
              <a:solidFill>
                <a:srgbClr val="6699FF"/>
              </a:solidFill>
            </a:endParaRPr>
          </a:p>
        </p:txBody>
      </p:sp>
      <p:sp>
        <p:nvSpPr>
          <p:cNvPr id="214071" name="Text Box 55">
            <a:extLst>
              <a:ext uri="{FF2B5EF4-FFF2-40B4-BE49-F238E27FC236}">
                <a16:creationId xmlns:a16="http://schemas.microsoft.com/office/drawing/2014/main" id="{57534360-FD1D-41E2-AFF3-65E22D9ADC31}"/>
              </a:ext>
            </a:extLst>
          </p:cNvPr>
          <p:cNvSpPr txBox="1">
            <a:spLocks noChangeArrowheads="1"/>
          </p:cNvSpPr>
          <p:nvPr/>
        </p:nvSpPr>
        <p:spPr bwMode="auto">
          <a:xfrm>
            <a:off x="12444413" y="8512970"/>
            <a:ext cx="3320717"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The new product was based on a </a:t>
            </a:r>
            <a:endParaRPr lang="en-US" altLang="en-US" sz="1800">
              <a:solidFill>
                <a:srgbClr val="6699FF"/>
              </a:solidFill>
            </a:endParaRPr>
          </a:p>
        </p:txBody>
      </p:sp>
      <p:sp>
        <p:nvSpPr>
          <p:cNvPr id="214072" name="Text Box 56">
            <a:extLst>
              <a:ext uri="{FF2B5EF4-FFF2-40B4-BE49-F238E27FC236}">
                <a16:creationId xmlns:a16="http://schemas.microsoft.com/office/drawing/2014/main" id="{D754E332-4FEA-4014-A0B9-B4F49833D5A2}"/>
              </a:ext>
            </a:extLst>
          </p:cNvPr>
          <p:cNvSpPr txBox="1">
            <a:spLocks noChangeArrowheads="1"/>
          </p:cNvSpPr>
          <p:nvPr/>
        </p:nvSpPr>
        <p:spPr bwMode="auto">
          <a:xfrm>
            <a:off x="12677775" y="2878932"/>
            <a:ext cx="2900602" cy="341632"/>
          </a:xfrm>
          <a:prstGeom prst="rect">
            <a:avLst/>
          </a:prstGeom>
          <a:noFill/>
          <a:ln>
            <a:noFill/>
          </a:ln>
          <a:effectLst/>
          <a:extLst>
            <a:ext uri="{909E8E84-426E-40DD-AFC4-6F175D3DCCD1}">
              <a14:hiddenFill xmlns:a14="http://schemas.microsoft.com/office/drawing/2010/main">
                <a:solidFill>
                  <a:srgbClr val="333399">
                    <a:alpha val="30196"/>
                  </a:srgbClr>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buClr>
                <a:schemeClr val="accent2"/>
              </a:buClr>
              <a:buFont typeface="Wingdings" panose="05000000000000000000" pitchFamily="2" charset="2"/>
              <a:buNone/>
            </a:pPr>
            <a:r>
              <a:rPr lang="en-IE" altLang="en-US" sz="1800">
                <a:solidFill>
                  <a:srgbClr val="6699FF"/>
                </a:solidFill>
              </a:rPr>
              <a:t>who belongs to a segment of</a:t>
            </a:r>
            <a:endParaRPr lang="en-US" altLang="en-US" sz="1800">
              <a:solidFill>
                <a:srgbClr val="6699FF"/>
              </a:solidFill>
            </a:endParaRPr>
          </a:p>
        </p:txBody>
      </p:sp>
      <p:sp>
        <p:nvSpPr>
          <p:cNvPr id="2" name="TextBox 1">
            <a:extLst>
              <a:ext uri="{FF2B5EF4-FFF2-40B4-BE49-F238E27FC236}">
                <a16:creationId xmlns:a16="http://schemas.microsoft.com/office/drawing/2014/main" id="{D3BC9553-736E-F60D-3150-D2EE89F3EE2E}"/>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3.1</a:t>
            </a:r>
            <a:endParaRPr lang="x-none"/>
          </a:p>
        </p:txBody>
      </p:sp>
      <p:sp>
        <p:nvSpPr>
          <p:cNvPr id="3" name="TextBox 2">
            <a:extLst>
              <a:ext uri="{FF2B5EF4-FFF2-40B4-BE49-F238E27FC236}">
                <a16:creationId xmlns:a16="http://schemas.microsoft.com/office/drawing/2014/main" id="{DAD795E9-5BE6-3911-8367-26E053E3B571}"/>
              </a:ext>
            </a:extLst>
          </p:cNvPr>
          <p:cNvSpPr txBox="1"/>
          <p:nvPr/>
        </p:nvSpPr>
        <p:spPr>
          <a:xfrm>
            <a:off x="1513954" y="200231"/>
            <a:ext cx="16317962"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Nine Data Concepts</a:t>
            </a:r>
          </a:p>
        </p:txBody>
      </p:sp>
      <p:cxnSp>
        <p:nvCxnSpPr>
          <p:cNvPr id="5" name="Straight Connector 4">
            <a:extLst>
              <a:ext uri="{FF2B5EF4-FFF2-40B4-BE49-F238E27FC236}">
                <a16:creationId xmlns:a16="http://schemas.microsoft.com/office/drawing/2014/main" id="{11E3C950-C977-77C1-5A9C-9F9BB7F69605}"/>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4056"/>
                                        </p:tgtEl>
                                        <p:attrNameLst>
                                          <p:attrName>style.visibility</p:attrName>
                                        </p:attrNameLst>
                                      </p:cBhvr>
                                      <p:to>
                                        <p:strVal val="visible"/>
                                      </p:to>
                                    </p:set>
                                    <p:anim calcmode="lin" valueType="num">
                                      <p:cBhvr additive="base">
                                        <p:cTn id="7" dur="1000" fill="hold"/>
                                        <p:tgtEl>
                                          <p:spTgt spid="214056"/>
                                        </p:tgtEl>
                                        <p:attrNameLst>
                                          <p:attrName>ppt_x</p:attrName>
                                        </p:attrNameLst>
                                      </p:cBhvr>
                                      <p:tavLst>
                                        <p:tav tm="0">
                                          <p:val>
                                            <p:strVal val="1+#ppt_w/2"/>
                                          </p:val>
                                        </p:tav>
                                        <p:tav tm="100000">
                                          <p:val>
                                            <p:strVal val="#ppt_x"/>
                                          </p:val>
                                        </p:tav>
                                      </p:tavLst>
                                    </p:anim>
                                    <p:anim calcmode="lin" valueType="num">
                                      <p:cBhvr additive="base">
                                        <p:cTn id="8" dur="1000" fill="hold"/>
                                        <p:tgtEl>
                                          <p:spTgt spid="21405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1" presetClass="entr" presetSubtype="0" fill="hold" grpId="0" nodeType="afterEffect">
                                  <p:stCondLst>
                                    <p:cond delay="1000"/>
                                  </p:stCondLst>
                                  <p:childTnLst>
                                    <p:set>
                                      <p:cBhvr>
                                        <p:cTn id="11" dur="1" fill="hold">
                                          <p:stCondLst>
                                            <p:cond delay="0"/>
                                          </p:stCondLst>
                                        </p:cTn>
                                        <p:tgtEl>
                                          <p:spTgt spid="21407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1406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406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1405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1406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1405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1406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405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406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1406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406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14061"/>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1407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1406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14071"/>
                                        </p:tgtEl>
                                        <p:attrNameLst>
                                          <p:attrName>style.visibility</p:attrName>
                                        </p:attrNameLst>
                                      </p:cBhvr>
                                      <p:to>
                                        <p:strVal val="visible"/>
                                      </p:to>
                                    </p:set>
                                    <p:animEffect transition="in" filter="fade">
                                      <p:cBhvr>
                                        <p:cTn id="56" dur="500"/>
                                        <p:tgtEl>
                                          <p:spTgt spid="21407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4063"/>
                                        </p:tgtEl>
                                        <p:attrNameLst>
                                          <p:attrName>style.visibility</p:attrName>
                                        </p:attrNameLst>
                                      </p:cBhvr>
                                      <p:to>
                                        <p:strVal val="visible"/>
                                      </p:to>
                                    </p:set>
                                    <p:animEffect transition="in" filter="fade">
                                      <p:cBhvr>
                                        <p:cTn id="59" dur="500"/>
                                        <p:tgtEl>
                                          <p:spTgt spid="214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56" grpId="0"/>
      <p:bldP spid="214057" grpId="0"/>
      <p:bldP spid="214058" grpId="0"/>
      <p:bldP spid="214059" grpId="0"/>
      <p:bldP spid="214060" grpId="0"/>
      <p:bldP spid="214061" grpId="0"/>
      <p:bldP spid="214062" grpId="0"/>
      <p:bldP spid="214064" grpId="0"/>
      <p:bldP spid="214063" grpId="0" animBg="1"/>
      <p:bldP spid="214065" grpId="0"/>
      <p:bldP spid="214066" grpId="0"/>
      <p:bldP spid="214067" grpId="0"/>
      <p:bldP spid="214068" grpId="0"/>
      <p:bldP spid="214069" grpId="0"/>
      <p:bldP spid="214070" grpId="0"/>
      <p:bldP spid="214071" grpId="0"/>
      <p:bldP spid="21407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3.1</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Nine Data Concepts</a:t>
            </a:r>
          </a:p>
        </p:txBody>
      </p:sp>
      <p:graphicFrame>
        <p:nvGraphicFramePr>
          <p:cNvPr id="14" name="Object 5"/>
          <p:cNvGraphicFramePr>
            <a:graphicFrameLocks noChangeAspect="1"/>
          </p:cNvGraphicFramePr>
          <p:nvPr/>
        </p:nvGraphicFramePr>
        <p:xfrm>
          <a:off x="9423476" y="536435"/>
          <a:ext cx="8641557" cy="4079082"/>
        </p:xfrm>
        <a:graphic>
          <a:graphicData uri="http://schemas.openxmlformats.org/presentationml/2006/ole">
            <mc:AlternateContent xmlns:mc="http://schemas.openxmlformats.org/markup-compatibility/2006">
              <mc:Choice xmlns:v="urn:schemas-microsoft-com:vml" Requires="v">
                <p:oleObj name="Bitmap Image" r:id="rId3" imgW="5772956" imgH="2723810" progId="Paint.Picture">
                  <p:embed/>
                </p:oleObj>
              </mc:Choice>
              <mc:Fallback>
                <p:oleObj name="Bitmap Image" r:id="rId3" imgW="5772956" imgH="2723810" progId="Paint.Picture">
                  <p:embed/>
                  <p:pic>
                    <p:nvPicPr>
                      <p:cNvPr id="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3476" y="536435"/>
                        <a:ext cx="8641557" cy="4079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 name="Group 52"/>
          <p:cNvGrpSpPr>
            <a:grpSpLocks/>
          </p:cNvGrpSpPr>
          <p:nvPr/>
        </p:nvGrpSpPr>
        <p:grpSpPr bwMode="auto">
          <a:xfrm>
            <a:off x="241376" y="3246728"/>
            <a:ext cx="12206288" cy="6805613"/>
            <a:chOff x="385" y="1298"/>
            <a:chExt cx="5126" cy="2858"/>
          </a:xfrm>
        </p:grpSpPr>
        <p:grpSp>
          <p:nvGrpSpPr>
            <p:cNvPr id="16" name="Group 51"/>
            <p:cNvGrpSpPr>
              <a:grpSpLocks/>
            </p:cNvGrpSpPr>
            <p:nvPr/>
          </p:nvGrpSpPr>
          <p:grpSpPr bwMode="auto">
            <a:xfrm>
              <a:off x="385" y="1298"/>
              <a:ext cx="5126" cy="2721"/>
              <a:chOff x="385" y="1298"/>
              <a:chExt cx="5126" cy="2721"/>
            </a:xfrm>
          </p:grpSpPr>
          <p:sp>
            <p:nvSpPr>
              <p:cNvPr id="18" name="Rectangle 47"/>
              <p:cNvSpPr>
                <a:spLocks noChangeArrowheads="1"/>
              </p:cNvSpPr>
              <p:nvPr/>
            </p:nvSpPr>
            <p:spPr bwMode="auto">
              <a:xfrm>
                <a:off x="385" y="1298"/>
                <a:ext cx="5126" cy="2721"/>
              </a:xfrm>
              <a:prstGeom prst="rect">
                <a:avLst/>
              </a:prstGeom>
              <a:solidFill>
                <a:srgbClr val="00B8FF">
                  <a:alpha val="11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700"/>
              </a:p>
            </p:txBody>
          </p:sp>
          <p:sp>
            <p:nvSpPr>
              <p:cNvPr id="19" name="Line 5"/>
              <p:cNvSpPr>
                <a:spLocks noChangeShapeType="1"/>
              </p:cNvSpPr>
              <p:nvPr/>
            </p:nvSpPr>
            <p:spPr bwMode="auto">
              <a:xfrm>
                <a:off x="3562" y="2206"/>
                <a:ext cx="176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700"/>
              </a:p>
            </p:txBody>
          </p:sp>
          <p:sp>
            <p:nvSpPr>
              <p:cNvPr id="20" name="Line 6"/>
              <p:cNvSpPr>
                <a:spLocks noChangeShapeType="1"/>
              </p:cNvSpPr>
              <p:nvPr/>
            </p:nvSpPr>
            <p:spPr bwMode="auto">
              <a:xfrm>
                <a:off x="3562" y="2750"/>
                <a:ext cx="176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700"/>
              </a:p>
            </p:txBody>
          </p:sp>
          <p:sp>
            <p:nvSpPr>
              <p:cNvPr id="21" name="Line 7"/>
              <p:cNvSpPr>
                <a:spLocks noChangeShapeType="1"/>
              </p:cNvSpPr>
              <p:nvPr/>
            </p:nvSpPr>
            <p:spPr bwMode="auto">
              <a:xfrm>
                <a:off x="3562" y="3340"/>
                <a:ext cx="176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700"/>
              </a:p>
            </p:txBody>
          </p:sp>
          <p:grpSp>
            <p:nvGrpSpPr>
              <p:cNvPr id="22" name="Group 8"/>
              <p:cNvGrpSpPr>
                <a:grpSpLocks/>
              </p:cNvGrpSpPr>
              <p:nvPr/>
            </p:nvGrpSpPr>
            <p:grpSpPr bwMode="auto">
              <a:xfrm>
                <a:off x="4333" y="1435"/>
                <a:ext cx="689" cy="698"/>
                <a:chOff x="4422" y="1298"/>
                <a:chExt cx="689" cy="698"/>
              </a:xfrm>
            </p:grpSpPr>
            <p:sp>
              <p:nvSpPr>
                <p:cNvPr id="57" name="Rectangle 9"/>
                <p:cNvSpPr>
                  <a:spLocks noChangeArrowheads="1"/>
                </p:cNvSpPr>
                <p:nvPr/>
              </p:nvSpPr>
              <p:spPr bwMode="auto">
                <a:xfrm>
                  <a:off x="4641" y="1298"/>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sp>
              <p:nvSpPr>
                <p:cNvPr id="58" name="Rectangle 10"/>
                <p:cNvSpPr>
                  <a:spLocks noChangeArrowheads="1"/>
                </p:cNvSpPr>
                <p:nvPr/>
              </p:nvSpPr>
              <p:spPr bwMode="auto">
                <a:xfrm>
                  <a:off x="4422" y="1752"/>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sp>
              <p:nvSpPr>
                <p:cNvPr id="59" name="Rectangle 11"/>
                <p:cNvSpPr>
                  <a:spLocks noChangeArrowheads="1"/>
                </p:cNvSpPr>
                <p:nvPr/>
              </p:nvSpPr>
              <p:spPr bwMode="auto">
                <a:xfrm>
                  <a:off x="4876" y="1752"/>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cxnSp>
              <p:nvCxnSpPr>
                <p:cNvPr id="60" name="AutoShape 12"/>
                <p:cNvCxnSpPr>
                  <a:cxnSpLocks noChangeShapeType="1"/>
                  <a:stCxn id="57" idx="2"/>
                  <a:endCxn id="58" idx="0"/>
                </p:cNvCxnSpPr>
                <p:nvPr/>
              </p:nvCxnSpPr>
              <p:spPr bwMode="auto">
                <a:xfrm rot="5400000">
                  <a:off x="4545" y="1537"/>
                  <a:ext cx="210" cy="21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AutoShape 13"/>
                <p:cNvCxnSpPr>
                  <a:cxnSpLocks noChangeShapeType="1"/>
                  <a:stCxn id="57" idx="2"/>
                  <a:endCxn id="59" idx="0"/>
                </p:cNvCxnSpPr>
                <p:nvPr/>
              </p:nvCxnSpPr>
              <p:spPr bwMode="auto">
                <a:xfrm rot="16200000" flipH="1">
                  <a:off x="4772" y="1529"/>
                  <a:ext cx="210" cy="23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Group 14"/>
              <p:cNvGrpSpPr>
                <a:grpSpLocks/>
              </p:cNvGrpSpPr>
              <p:nvPr/>
            </p:nvGrpSpPr>
            <p:grpSpPr bwMode="auto">
              <a:xfrm>
                <a:off x="4287" y="2297"/>
                <a:ext cx="771" cy="326"/>
                <a:chOff x="4558" y="2251"/>
                <a:chExt cx="771" cy="326"/>
              </a:xfrm>
            </p:grpSpPr>
            <p:sp>
              <p:nvSpPr>
                <p:cNvPr id="46" name="Line 15"/>
                <p:cNvSpPr>
                  <a:spLocks noChangeShapeType="1"/>
                </p:cNvSpPr>
                <p:nvPr/>
              </p:nvSpPr>
              <p:spPr bwMode="auto">
                <a:xfrm flipH="1">
                  <a:off x="4795" y="2340"/>
                  <a:ext cx="29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7" name="Line 16"/>
                <p:cNvSpPr>
                  <a:spLocks noChangeShapeType="1"/>
                </p:cNvSpPr>
                <p:nvPr/>
              </p:nvSpPr>
              <p:spPr bwMode="auto">
                <a:xfrm flipH="1" flipV="1">
                  <a:off x="4795" y="2315"/>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8" name="Line 17"/>
                <p:cNvSpPr>
                  <a:spLocks noChangeShapeType="1"/>
                </p:cNvSpPr>
                <p:nvPr/>
              </p:nvSpPr>
              <p:spPr bwMode="auto">
                <a:xfrm flipH="1">
                  <a:off x="4795" y="2346"/>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9" name="Rectangle 18"/>
                <p:cNvSpPr>
                  <a:spLocks noChangeArrowheads="1"/>
                </p:cNvSpPr>
                <p:nvPr/>
              </p:nvSpPr>
              <p:spPr bwMode="auto">
                <a:xfrm>
                  <a:off x="5093" y="2269"/>
                  <a:ext cx="236" cy="144"/>
                </a:xfrm>
                <a:prstGeom prst="rect">
                  <a:avLst/>
                </a:prstGeom>
                <a:solidFill>
                  <a:srgbClr val="FFFF00"/>
                </a:solidFill>
                <a:ln w="6350">
                  <a:solidFill>
                    <a:srgbClr val="000000"/>
                  </a:solidFill>
                  <a:miter lim="800000"/>
                  <a:headEnd/>
                  <a:tailEnd/>
                </a:ln>
              </p:spPr>
              <p:txBody>
                <a:bodyPr/>
                <a:lstStyle/>
                <a:p>
                  <a:endParaRPr lang="en-US" sz="2700"/>
                </a:p>
              </p:txBody>
            </p:sp>
            <p:sp>
              <p:nvSpPr>
                <p:cNvPr id="50" name="Rectangle 19"/>
                <p:cNvSpPr>
                  <a:spLocks noChangeArrowheads="1"/>
                </p:cNvSpPr>
                <p:nvPr/>
              </p:nvSpPr>
              <p:spPr bwMode="auto">
                <a:xfrm>
                  <a:off x="5166" y="2299"/>
                  <a:ext cx="3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SzTx/>
                    <a:buFontTx/>
                    <a:buNone/>
                  </a:pPr>
                  <a:r>
                    <a:rPr lang="en-US" sz="1350" b="1"/>
                    <a:t>C</a:t>
                  </a:r>
                  <a:endParaRPr lang="en-US" sz="2700">
                    <a:solidFill>
                      <a:schemeClr val="bg1"/>
                    </a:solidFill>
                  </a:endParaRPr>
                </a:p>
              </p:txBody>
            </p:sp>
            <p:sp>
              <p:nvSpPr>
                <p:cNvPr id="51" name="Line 20"/>
                <p:cNvSpPr>
                  <a:spLocks noChangeShapeType="1"/>
                </p:cNvSpPr>
                <p:nvPr/>
              </p:nvSpPr>
              <p:spPr bwMode="auto">
                <a:xfrm flipH="1">
                  <a:off x="4795" y="2505"/>
                  <a:ext cx="29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52" name="Line 21"/>
                <p:cNvSpPr>
                  <a:spLocks noChangeShapeType="1"/>
                </p:cNvSpPr>
                <p:nvPr/>
              </p:nvSpPr>
              <p:spPr bwMode="auto">
                <a:xfrm flipH="1" flipV="1">
                  <a:off x="4795" y="2480"/>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53" name="Line 22"/>
                <p:cNvSpPr>
                  <a:spLocks noChangeShapeType="1"/>
                </p:cNvSpPr>
                <p:nvPr/>
              </p:nvSpPr>
              <p:spPr bwMode="auto">
                <a:xfrm flipH="1">
                  <a:off x="4795" y="2510"/>
                  <a:ext cx="46" cy="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54" name="Rectangle 23"/>
                <p:cNvSpPr>
                  <a:spLocks noChangeArrowheads="1"/>
                </p:cNvSpPr>
                <p:nvPr/>
              </p:nvSpPr>
              <p:spPr bwMode="auto">
                <a:xfrm>
                  <a:off x="5093" y="2434"/>
                  <a:ext cx="236" cy="143"/>
                </a:xfrm>
                <a:prstGeom prst="rect">
                  <a:avLst/>
                </a:prstGeom>
                <a:solidFill>
                  <a:srgbClr val="FFFF00"/>
                </a:solidFill>
                <a:ln w="6350">
                  <a:solidFill>
                    <a:srgbClr val="000000"/>
                  </a:solidFill>
                  <a:miter lim="800000"/>
                  <a:headEnd/>
                  <a:tailEnd/>
                </a:ln>
              </p:spPr>
              <p:txBody>
                <a:bodyPr/>
                <a:lstStyle/>
                <a:p>
                  <a:endParaRPr lang="en-US" sz="2700"/>
                </a:p>
              </p:txBody>
            </p:sp>
            <p:sp>
              <p:nvSpPr>
                <p:cNvPr id="55" name="Rectangle 24"/>
                <p:cNvSpPr>
                  <a:spLocks noChangeArrowheads="1"/>
                </p:cNvSpPr>
                <p:nvPr/>
              </p:nvSpPr>
              <p:spPr bwMode="auto">
                <a:xfrm>
                  <a:off x="5166" y="2463"/>
                  <a:ext cx="3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SzTx/>
                    <a:buFontTx/>
                    <a:buNone/>
                  </a:pPr>
                  <a:r>
                    <a:rPr lang="en-US" sz="1350" b="1"/>
                    <a:t>C</a:t>
                  </a:r>
                  <a:endParaRPr lang="en-US" sz="2700">
                    <a:solidFill>
                      <a:schemeClr val="bg1"/>
                    </a:solidFill>
                  </a:endParaRPr>
                </a:p>
              </p:txBody>
            </p:sp>
            <p:sp>
              <p:nvSpPr>
                <p:cNvPr id="56" name="Rectangle 25"/>
                <p:cNvSpPr>
                  <a:spLocks noChangeArrowheads="1"/>
                </p:cNvSpPr>
                <p:nvPr/>
              </p:nvSpPr>
              <p:spPr bwMode="auto">
                <a:xfrm>
                  <a:off x="4558" y="2251"/>
                  <a:ext cx="235" cy="317"/>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grpSp>
          <p:grpSp>
            <p:nvGrpSpPr>
              <p:cNvPr id="24" name="Group 26"/>
              <p:cNvGrpSpPr>
                <a:grpSpLocks/>
              </p:cNvGrpSpPr>
              <p:nvPr/>
            </p:nvGrpSpPr>
            <p:grpSpPr bwMode="auto">
              <a:xfrm>
                <a:off x="4287" y="2841"/>
                <a:ext cx="816" cy="273"/>
                <a:chOff x="4377" y="2840"/>
                <a:chExt cx="816" cy="273"/>
              </a:xfrm>
            </p:grpSpPr>
            <p:sp>
              <p:nvSpPr>
                <p:cNvPr id="41" name="Rectangle 27"/>
                <p:cNvSpPr>
                  <a:spLocks noChangeArrowheads="1"/>
                </p:cNvSpPr>
                <p:nvPr/>
              </p:nvSpPr>
              <p:spPr bwMode="auto">
                <a:xfrm>
                  <a:off x="4912" y="2840"/>
                  <a:ext cx="281" cy="273"/>
                </a:xfrm>
                <a:prstGeom prst="rect">
                  <a:avLst/>
                </a:prstGeom>
                <a:solidFill>
                  <a:srgbClr val="74FFFF"/>
                </a:solidFill>
                <a:ln w="6350">
                  <a:solidFill>
                    <a:srgbClr val="000000"/>
                  </a:solidFill>
                  <a:miter lim="800000"/>
                  <a:headEnd/>
                  <a:tailEnd/>
                </a:ln>
              </p:spPr>
              <p:txBody>
                <a:bodyPr anchor="ctr" anchorCtr="1"/>
                <a:lstStyle/>
                <a:p>
                  <a:pPr>
                    <a:buClrTx/>
                    <a:buSzTx/>
                    <a:buFontTx/>
                    <a:buNone/>
                  </a:pPr>
                  <a:r>
                    <a:rPr lang="en-US" sz="2700"/>
                    <a:t>At</a:t>
                  </a:r>
                </a:p>
              </p:txBody>
            </p:sp>
            <p:sp>
              <p:nvSpPr>
                <p:cNvPr id="42" name="Line 28"/>
                <p:cNvSpPr>
                  <a:spLocks noChangeShapeType="1"/>
                </p:cNvSpPr>
                <p:nvPr/>
              </p:nvSpPr>
              <p:spPr bwMode="auto">
                <a:xfrm>
                  <a:off x="4620" y="2980"/>
                  <a:ext cx="29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3" name="Line 29"/>
                <p:cNvSpPr>
                  <a:spLocks noChangeShapeType="1"/>
                </p:cNvSpPr>
                <p:nvPr/>
              </p:nvSpPr>
              <p:spPr bwMode="auto">
                <a:xfrm flipV="1">
                  <a:off x="4875" y="2955"/>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4" name="Line 30"/>
                <p:cNvSpPr>
                  <a:spLocks noChangeShapeType="1"/>
                </p:cNvSpPr>
                <p:nvPr/>
              </p:nvSpPr>
              <p:spPr bwMode="auto">
                <a:xfrm>
                  <a:off x="4875" y="2986"/>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45" name="Rectangle 31"/>
                <p:cNvSpPr>
                  <a:spLocks noChangeArrowheads="1"/>
                </p:cNvSpPr>
                <p:nvPr/>
              </p:nvSpPr>
              <p:spPr bwMode="auto">
                <a:xfrm>
                  <a:off x="4377" y="2840"/>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grpSp>
          <p:grpSp>
            <p:nvGrpSpPr>
              <p:cNvPr id="25" name="Group 32"/>
              <p:cNvGrpSpPr>
                <a:grpSpLocks/>
              </p:cNvGrpSpPr>
              <p:nvPr/>
            </p:nvGrpSpPr>
            <p:grpSpPr bwMode="auto">
              <a:xfrm>
                <a:off x="4179" y="3431"/>
                <a:ext cx="1150" cy="528"/>
                <a:chOff x="3915" y="3310"/>
                <a:chExt cx="1150" cy="528"/>
              </a:xfrm>
            </p:grpSpPr>
            <p:sp>
              <p:nvSpPr>
                <p:cNvPr id="27" name="Line 33"/>
                <p:cNvSpPr>
                  <a:spLocks noChangeShapeType="1"/>
                </p:cNvSpPr>
                <p:nvPr/>
              </p:nvSpPr>
              <p:spPr bwMode="auto">
                <a:xfrm>
                  <a:off x="4032" y="3697"/>
                  <a:ext cx="291"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28" name="Line 34"/>
                <p:cNvSpPr>
                  <a:spLocks noChangeShapeType="1"/>
                </p:cNvSpPr>
                <p:nvPr/>
              </p:nvSpPr>
              <p:spPr bwMode="auto">
                <a:xfrm flipV="1">
                  <a:off x="4287" y="3671"/>
                  <a:ext cx="46" cy="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29" name="Line 35"/>
                <p:cNvSpPr>
                  <a:spLocks noChangeShapeType="1"/>
                </p:cNvSpPr>
                <p:nvPr/>
              </p:nvSpPr>
              <p:spPr bwMode="auto">
                <a:xfrm>
                  <a:off x="4287" y="3702"/>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0" name="Line 36"/>
                <p:cNvSpPr>
                  <a:spLocks noChangeShapeType="1"/>
                </p:cNvSpPr>
                <p:nvPr/>
              </p:nvSpPr>
              <p:spPr bwMode="auto">
                <a:xfrm flipH="1">
                  <a:off x="4649" y="3697"/>
                  <a:ext cx="290"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1" name="Line 37"/>
                <p:cNvSpPr>
                  <a:spLocks noChangeShapeType="1"/>
                </p:cNvSpPr>
                <p:nvPr/>
              </p:nvSpPr>
              <p:spPr bwMode="auto">
                <a:xfrm flipH="1" flipV="1">
                  <a:off x="4649" y="3671"/>
                  <a:ext cx="46" cy="2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2" name="Line 38"/>
                <p:cNvSpPr>
                  <a:spLocks noChangeShapeType="1"/>
                </p:cNvSpPr>
                <p:nvPr/>
              </p:nvSpPr>
              <p:spPr bwMode="auto">
                <a:xfrm flipH="1">
                  <a:off x="4649" y="3702"/>
                  <a:ext cx="46" cy="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3" name="Rectangle 39"/>
                <p:cNvSpPr>
                  <a:spLocks noChangeArrowheads="1"/>
                </p:cNvSpPr>
                <p:nvPr/>
              </p:nvSpPr>
              <p:spPr bwMode="auto">
                <a:xfrm>
                  <a:off x="4332" y="3585"/>
                  <a:ext cx="317" cy="253"/>
                </a:xfrm>
                <a:prstGeom prst="rect">
                  <a:avLst/>
                </a:prstGeom>
                <a:solidFill>
                  <a:srgbClr val="8DFF7E"/>
                </a:solidFill>
                <a:ln w="6350">
                  <a:solidFill>
                    <a:srgbClr val="000000"/>
                  </a:solidFill>
                  <a:miter lim="800000"/>
                  <a:headEnd/>
                  <a:tailEnd/>
                </a:ln>
              </p:spPr>
              <p:txBody>
                <a:bodyPr/>
                <a:lstStyle/>
                <a:p>
                  <a:pPr>
                    <a:buClrTx/>
                    <a:buSzTx/>
                    <a:buFontTx/>
                    <a:buNone/>
                  </a:pPr>
                  <a:r>
                    <a:rPr lang="en-US" sz="2700"/>
                    <a:t>As</a:t>
                  </a:r>
                </a:p>
              </p:txBody>
            </p:sp>
            <p:sp>
              <p:nvSpPr>
                <p:cNvPr id="34" name="Rectangle 40"/>
                <p:cNvSpPr>
                  <a:spLocks noChangeArrowheads="1"/>
                </p:cNvSpPr>
                <p:nvPr/>
              </p:nvSpPr>
              <p:spPr bwMode="auto">
                <a:xfrm>
                  <a:off x="4349" y="3310"/>
                  <a:ext cx="235" cy="136"/>
                </a:xfrm>
                <a:prstGeom prst="rect">
                  <a:avLst/>
                </a:prstGeom>
                <a:solidFill>
                  <a:srgbClr val="FFFF00"/>
                </a:solidFill>
                <a:ln w="6350">
                  <a:solidFill>
                    <a:srgbClr val="000000"/>
                  </a:solidFill>
                  <a:miter lim="800000"/>
                  <a:headEnd/>
                  <a:tailEnd/>
                </a:ln>
              </p:spPr>
              <p:txBody>
                <a:bodyPr/>
                <a:lstStyle/>
                <a:p>
                  <a:endParaRPr lang="en-US" sz="2700"/>
                </a:p>
              </p:txBody>
            </p:sp>
            <p:sp>
              <p:nvSpPr>
                <p:cNvPr id="35" name="Rectangle 41"/>
                <p:cNvSpPr>
                  <a:spLocks noChangeArrowheads="1"/>
                </p:cNvSpPr>
                <p:nvPr/>
              </p:nvSpPr>
              <p:spPr bwMode="auto">
                <a:xfrm>
                  <a:off x="4422" y="3339"/>
                  <a:ext cx="3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buClrTx/>
                    <a:buSzTx/>
                    <a:buFontTx/>
                    <a:buNone/>
                  </a:pPr>
                  <a:r>
                    <a:rPr lang="en-US" sz="1350" b="1"/>
                    <a:t>C</a:t>
                  </a:r>
                  <a:endParaRPr lang="en-US" sz="2700">
                    <a:solidFill>
                      <a:schemeClr val="bg1"/>
                    </a:solidFill>
                  </a:endParaRPr>
                </a:p>
              </p:txBody>
            </p:sp>
            <p:sp>
              <p:nvSpPr>
                <p:cNvPr id="36" name="Line 42"/>
                <p:cNvSpPr>
                  <a:spLocks noChangeShapeType="1"/>
                </p:cNvSpPr>
                <p:nvPr/>
              </p:nvSpPr>
              <p:spPr bwMode="auto">
                <a:xfrm>
                  <a:off x="4468" y="3454"/>
                  <a:ext cx="1" cy="11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7" name="Line 43"/>
                <p:cNvSpPr>
                  <a:spLocks noChangeShapeType="1"/>
                </p:cNvSpPr>
                <p:nvPr/>
              </p:nvSpPr>
              <p:spPr bwMode="auto">
                <a:xfrm flipH="1">
                  <a:off x="4449" y="3525"/>
                  <a:ext cx="15" cy="41"/>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8" name="Line 44"/>
                <p:cNvSpPr>
                  <a:spLocks noChangeShapeType="1"/>
                </p:cNvSpPr>
                <p:nvPr/>
              </p:nvSpPr>
              <p:spPr bwMode="auto">
                <a:xfrm>
                  <a:off x="4474" y="3525"/>
                  <a:ext cx="15" cy="41"/>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39" name="Rectangle 45"/>
                <p:cNvSpPr>
                  <a:spLocks noChangeArrowheads="1"/>
                </p:cNvSpPr>
                <p:nvPr/>
              </p:nvSpPr>
              <p:spPr bwMode="auto">
                <a:xfrm>
                  <a:off x="3915" y="3566"/>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sp>
              <p:nvSpPr>
                <p:cNvPr id="40" name="Rectangle 46"/>
                <p:cNvSpPr>
                  <a:spLocks noChangeArrowheads="1"/>
                </p:cNvSpPr>
                <p:nvPr/>
              </p:nvSpPr>
              <p:spPr bwMode="auto">
                <a:xfrm>
                  <a:off x="4830" y="3566"/>
                  <a:ext cx="235" cy="244"/>
                </a:xfrm>
                <a:prstGeom prst="rect">
                  <a:avLst/>
                </a:prstGeom>
                <a:solidFill>
                  <a:srgbClr val="FFB672"/>
                </a:solidFill>
                <a:ln w="6350">
                  <a:solidFill>
                    <a:srgbClr val="000000"/>
                  </a:solidFill>
                  <a:miter lim="800000"/>
                  <a:headEnd/>
                  <a:tailEnd/>
                </a:ln>
              </p:spPr>
              <p:txBody>
                <a:bodyPr anchor="ctr" anchorCtr="1"/>
                <a:lstStyle/>
                <a:p>
                  <a:pPr>
                    <a:buClrTx/>
                    <a:buSzTx/>
                    <a:buFontTx/>
                    <a:buNone/>
                  </a:pPr>
                  <a:r>
                    <a:rPr lang="en-US" sz="2700"/>
                    <a:t>F</a:t>
                  </a:r>
                </a:p>
              </p:txBody>
            </p:sp>
          </p:grpSp>
          <p:sp>
            <p:nvSpPr>
              <p:cNvPr id="26" name="Text Box 48"/>
              <p:cNvSpPr txBox="1">
                <a:spLocks noChangeArrowheads="1"/>
              </p:cNvSpPr>
              <p:nvPr/>
            </p:nvSpPr>
            <p:spPr bwMode="auto">
              <a:xfrm>
                <a:off x="2653" y="1344"/>
                <a:ext cx="656" cy="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IE" sz="2700"/>
                  <a:t>Patterns</a:t>
                </a:r>
                <a:endParaRPr lang="en-GB" sz="2700"/>
              </a:p>
            </p:txBody>
          </p:sp>
        </p:grpSp>
        <p:sp>
          <p:nvSpPr>
            <p:cNvPr id="17" name="Rectangle 4"/>
            <p:cNvSpPr>
              <a:spLocks noChangeArrowheads="1"/>
            </p:cNvSpPr>
            <p:nvPr/>
          </p:nvSpPr>
          <p:spPr bwMode="auto">
            <a:xfrm>
              <a:off x="499" y="1435"/>
              <a:ext cx="3923" cy="2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8113" tIns="69057" rIns="138113" bIns="69057"/>
            <a:lstStyle>
              <a:lvl1pPr marL="228600" indent="-228600">
                <a:defRPr>
                  <a:solidFill>
                    <a:srgbClr val="000000"/>
                  </a:solidFill>
                  <a:latin typeface="Arial" panose="020B0604020202020204" pitchFamily="34" charset="0"/>
                  <a:cs typeface="Arial" panose="020B0604020202020204" pitchFamily="34" charset="0"/>
                </a:defRPr>
              </a:lvl1pPr>
              <a:lvl2pPr marL="631825" indent="-233363">
                <a:defRPr>
                  <a:solidFill>
                    <a:srgbClr val="000000"/>
                  </a:solidFill>
                  <a:latin typeface="Arial" panose="020B0604020202020204" pitchFamily="34" charset="0"/>
                  <a:cs typeface="Arial" panose="020B0604020202020204" pitchFamily="34" charset="0"/>
                </a:defRPr>
              </a:lvl2pPr>
              <a:lvl3pPr marL="914400" indent="-168275">
                <a:defRPr>
                  <a:solidFill>
                    <a:srgbClr val="000000"/>
                  </a:solidFill>
                  <a:latin typeface="Arial" panose="020B0604020202020204" pitchFamily="34" charset="0"/>
                  <a:cs typeface="Arial" panose="020B0604020202020204" pitchFamily="34" charset="0"/>
                </a:defRPr>
              </a:lvl3pPr>
              <a:lvl4pPr marL="1262063" indent="-233363">
                <a:defRPr>
                  <a:solidFill>
                    <a:srgbClr val="000000"/>
                  </a:solidFill>
                  <a:latin typeface="Arial" panose="020B0604020202020204" pitchFamily="34" charset="0"/>
                  <a:cs typeface="Arial" panose="020B0604020202020204" pitchFamily="34" charset="0"/>
                </a:defRPr>
              </a:lvl4pPr>
              <a:lvl5pPr marL="1597025" indent="-220663">
                <a:defRPr>
                  <a:solidFill>
                    <a:srgbClr val="000000"/>
                  </a:solidFill>
                  <a:latin typeface="Arial" panose="020B0604020202020204" pitchFamily="34" charset="0"/>
                  <a:cs typeface="Arial" panose="020B0604020202020204" pitchFamily="34" charset="0"/>
                </a:defRPr>
              </a:lvl5pPr>
              <a:lvl6pPr marL="2054225" indent="-220663" fontAlgn="base">
                <a:spcBef>
                  <a:spcPct val="0"/>
                </a:spcBef>
                <a:spcAft>
                  <a:spcPct val="0"/>
                </a:spcAft>
                <a:buClr>
                  <a:srgbClr val="000000"/>
                </a:buClr>
                <a:buSzPct val="100000"/>
                <a:buFont typeface="Times New Roman" panose="02020603050405020304" pitchFamily="18" charset="0"/>
                <a:defRPr>
                  <a:solidFill>
                    <a:srgbClr val="000000"/>
                  </a:solidFill>
                  <a:latin typeface="Arial" panose="020B0604020202020204" pitchFamily="34" charset="0"/>
                  <a:cs typeface="Arial" panose="020B0604020202020204" pitchFamily="34" charset="0"/>
                </a:defRPr>
              </a:lvl6pPr>
              <a:lvl7pPr marL="2511425" indent="-220663" fontAlgn="base">
                <a:spcBef>
                  <a:spcPct val="0"/>
                </a:spcBef>
                <a:spcAft>
                  <a:spcPct val="0"/>
                </a:spcAft>
                <a:buClr>
                  <a:srgbClr val="000000"/>
                </a:buClr>
                <a:buSzPct val="100000"/>
                <a:buFont typeface="Times New Roman" panose="02020603050405020304" pitchFamily="18" charset="0"/>
                <a:defRPr>
                  <a:solidFill>
                    <a:srgbClr val="000000"/>
                  </a:solidFill>
                  <a:latin typeface="Arial" panose="020B0604020202020204" pitchFamily="34" charset="0"/>
                  <a:cs typeface="Arial" panose="020B0604020202020204" pitchFamily="34" charset="0"/>
                </a:defRPr>
              </a:lvl7pPr>
              <a:lvl8pPr marL="2968625" indent="-220663" fontAlgn="base">
                <a:spcBef>
                  <a:spcPct val="0"/>
                </a:spcBef>
                <a:spcAft>
                  <a:spcPct val="0"/>
                </a:spcAft>
                <a:buClr>
                  <a:srgbClr val="000000"/>
                </a:buClr>
                <a:buSzPct val="100000"/>
                <a:buFont typeface="Times New Roman" panose="02020603050405020304" pitchFamily="18" charset="0"/>
                <a:defRPr>
                  <a:solidFill>
                    <a:srgbClr val="000000"/>
                  </a:solidFill>
                  <a:latin typeface="Arial" panose="020B0604020202020204" pitchFamily="34" charset="0"/>
                  <a:cs typeface="Arial" panose="020B0604020202020204" pitchFamily="34" charset="0"/>
                </a:defRPr>
              </a:lvl8pPr>
              <a:lvl9pPr marL="3425825" indent="-220663" fontAlgn="base">
                <a:spcBef>
                  <a:spcPct val="0"/>
                </a:spcBef>
                <a:spcAft>
                  <a:spcPct val="0"/>
                </a:spcAft>
                <a:buClr>
                  <a:srgbClr val="000000"/>
                </a:buClr>
                <a:buSzPct val="100000"/>
                <a:buFont typeface="Times New Roman" panose="02020603050405020304" pitchFamily="18" charset="0"/>
                <a:defRPr>
                  <a:solidFill>
                    <a:srgbClr val="000000"/>
                  </a:solidFill>
                  <a:latin typeface="Arial" panose="020B0604020202020204" pitchFamily="34" charset="0"/>
                  <a:cs typeface="Arial" panose="020B0604020202020204" pitchFamily="34" charset="0"/>
                </a:defRPr>
              </a:lvl9pPr>
            </a:lstStyle>
            <a:p>
              <a:pPr>
                <a:spcBef>
                  <a:spcPct val="35000"/>
                </a:spcBef>
                <a:spcAft>
                  <a:spcPct val="15000"/>
                </a:spcAft>
                <a:buClr>
                  <a:schemeClr val="accent2"/>
                </a:buClr>
                <a:buFont typeface="Wingdings" panose="05000000000000000000" pitchFamily="2" charset="2"/>
                <a:buChar char="§"/>
              </a:pPr>
              <a:r>
                <a:rPr lang="en-US" sz="2400">
                  <a:solidFill>
                    <a:schemeClr val="tx1"/>
                  </a:solidFill>
                </a:rPr>
                <a:t>Fundamental Entities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Form the backbone of the model</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Involved Party, Individual, Arrangement, Account Arrangement, ...</a:t>
              </a:r>
            </a:p>
            <a:p>
              <a:pPr>
                <a:spcBef>
                  <a:spcPct val="35000"/>
                </a:spcBef>
                <a:spcAft>
                  <a:spcPct val="15000"/>
                </a:spcAft>
                <a:buClr>
                  <a:schemeClr val="accent2"/>
                </a:buClr>
                <a:buFont typeface="Wingdings" panose="05000000000000000000" pitchFamily="2" charset="2"/>
                <a:buChar char="§"/>
              </a:pPr>
              <a:r>
                <a:rPr lang="en-US" sz="2400">
                  <a:solidFill>
                    <a:schemeClr val="tx1"/>
                  </a:solidFill>
                </a:rPr>
                <a:t>Classification Entities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Categorize the other entities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Fundamental Types, Life Cycle Status Types, Group Types, ...</a:t>
              </a:r>
            </a:p>
            <a:p>
              <a:pPr>
                <a:spcBef>
                  <a:spcPct val="35000"/>
                </a:spcBef>
                <a:spcAft>
                  <a:spcPct val="15000"/>
                </a:spcAft>
                <a:buClr>
                  <a:schemeClr val="accent2"/>
                </a:buClr>
                <a:buFont typeface="Wingdings" panose="05000000000000000000" pitchFamily="2" charset="2"/>
                <a:buChar char="§"/>
              </a:pPr>
              <a:r>
                <a:rPr lang="en-US" sz="2400">
                  <a:solidFill>
                    <a:schemeClr val="tx1"/>
                  </a:solidFill>
                </a:rPr>
                <a:t>Attributive Entities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Extend information about Fundamentals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Organization Profile, Deliverable, ...</a:t>
              </a:r>
            </a:p>
            <a:p>
              <a:pPr>
                <a:spcBef>
                  <a:spcPct val="35000"/>
                </a:spcBef>
                <a:spcAft>
                  <a:spcPct val="15000"/>
                </a:spcAft>
                <a:buClr>
                  <a:schemeClr val="accent2"/>
                </a:buClr>
                <a:buFont typeface="Wingdings" panose="05000000000000000000" pitchFamily="2" charset="2"/>
                <a:buChar char="§"/>
              </a:pPr>
              <a:r>
                <a:rPr lang="en-US" sz="2400">
                  <a:solidFill>
                    <a:schemeClr val="tx1"/>
                  </a:solidFill>
                </a:rPr>
                <a:t>Associative Entities</a:t>
              </a:r>
            </a:p>
            <a:p>
              <a:pPr lvl="1">
                <a:spcBef>
                  <a:spcPct val="25000"/>
                </a:spcBef>
                <a:spcAft>
                  <a:spcPct val="15000"/>
                </a:spcAft>
                <a:buClr>
                  <a:schemeClr val="accent2"/>
                </a:buClr>
                <a:buFont typeface="Arial" panose="020B0604020202020204" pitchFamily="34" charset="0"/>
                <a:buChar char="•"/>
              </a:pPr>
              <a:r>
                <a:rPr lang="en-US" sz="2100">
                  <a:solidFill>
                    <a:srgbClr val="FF0000"/>
                  </a:solidFill>
                </a:rPr>
                <a:t>Link Fundamentals</a:t>
              </a:r>
            </a:p>
            <a:p>
              <a:pPr lvl="1">
                <a:spcBef>
                  <a:spcPct val="25000"/>
                </a:spcBef>
                <a:spcAft>
                  <a:spcPct val="15000"/>
                </a:spcAft>
                <a:buClr>
                  <a:schemeClr val="accent2"/>
                </a:buClr>
                <a:buFont typeface="Arial" panose="020B0604020202020204" pitchFamily="34" charset="0"/>
                <a:buChar char="•"/>
              </a:pPr>
              <a:r>
                <a:rPr lang="en-US" sz="2100">
                  <a:solidFill>
                    <a:schemeClr val="tx1"/>
                  </a:solidFill>
                </a:rPr>
                <a:t>Store history</a:t>
              </a:r>
            </a:p>
            <a:p>
              <a:pPr lvl="1">
                <a:spcBef>
                  <a:spcPct val="25000"/>
                </a:spcBef>
                <a:spcAft>
                  <a:spcPct val="15000"/>
                </a:spcAft>
                <a:buClr>
                  <a:schemeClr val="accent2"/>
                </a:buClr>
                <a:buFont typeface="Arial" panose="020B0604020202020204" pitchFamily="34" charset="0"/>
                <a:buChar char="•"/>
              </a:pPr>
              <a:r>
                <a:rPr lang="en-US" sz="2100">
                  <a:solidFill>
                    <a:srgbClr val="FF0000"/>
                  </a:solidFill>
                </a:rPr>
                <a:t>Involved Party / Involved Party, Arrangement / Classification, ...</a:t>
              </a:r>
            </a:p>
          </p:txBody>
        </p:sp>
      </p:grpSp>
    </p:spTree>
    <p:extLst>
      <p:ext uri="{BB962C8B-B14F-4D97-AF65-F5344CB8AC3E}">
        <p14:creationId xmlns:p14="http://schemas.microsoft.com/office/powerpoint/2010/main" val="340613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
            <a:extLst>
              <a:ext uri="{FF2B5EF4-FFF2-40B4-BE49-F238E27FC236}">
                <a16:creationId xmlns:a16="http://schemas.microsoft.com/office/drawing/2014/main" id="{28B8F3DB-240C-466C-884F-D8FDF03C4FF5}"/>
              </a:ext>
            </a:extLst>
          </p:cNvPr>
          <p:cNvSpPr txBox="1">
            <a:spLocks noChangeArrowheads="1"/>
          </p:cNvSpPr>
          <p:nvPr/>
        </p:nvSpPr>
        <p:spPr bwMode="auto">
          <a:xfrm>
            <a:off x="7229476" y="9072563"/>
            <a:ext cx="8358188" cy="383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gn="r">
              <a:lnSpc>
                <a:spcPct val="90000"/>
              </a:lnSpc>
            </a:pPr>
            <a:r>
              <a:rPr lang="en-IE" altLang="en-US" sz="2100">
                <a:solidFill>
                  <a:schemeClr val="accent1"/>
                </a:solidFill>
              </a:rPr>
              <a:t>Sample 17 entities of 980 Entities</a:t>
            </a:r>
          </a:p>
        </p:txBody>
      </p:sp>
      <p:graphicFrame>
        <p:nvGraphicFramePr>
          <p:cNvPr id="22531" name="Object 4">
            <a:extLst>
              <a:ext uri="{FF2B5EF4-FFF2-40B4-BE49-F238E27FC236}">
                <a16:creationId xmlns:a16="http://schemas.microsoft.com/office/drawing/2014/main" id="{E015CB1F-3A01-457B-ACF1-7E6E5C18A223}"/>
              </a:ext>
            </a:extLst>
          </p:cNvPr>
          <p:cNvGraphicFramePr>
            <a:graphicFrameLocks noGrp="1" noChangeAspect="1"/>
          </p:cNvGraphicFramePr>
          <p:nvPr>
            <p:ph idx="1"/>
          </p:nvPr>
        </p:nvGraphicFramePr>
        <p:xfrm>
          <a:off x="2659857" y="1938338"/>
          <a:ext cx="13030200" cy="5693570"/>
        </p:xfrm>
        <a:graphic>
          <a:graphicData uri="http://schemas.openxmlformats.org/presentationml/2006/ole">
            <mc:AlternateContent xmlns:mc="http://schemas.openxmlformats.org/markup-compatibility/2006">
              <mc:Choice xmlns:v="urn:schemas-microsoft-com:vml" Requires="v">
                <p:oleObj name="Bitmap Image" r:id="rId2" imgW="9047619" imgH="3952381" progId="Paint.Picture">
                  <p:embed/>
                </p:oleObj>
              </mc:Choice>
              <mc:Fallback>
                <p:oleObj name="Bitmap Image" r:id="rId2" imgW="9047619" imgH="3952381" progId="Paint.Picture">
                  <p:embed/>
                  <p:pic>
                    <p:nvPicPr>
                      <p:cNvPr id="22531" name="Object 4">
                        <a:extLst>
                          <a:ext uri="{FF2B5EF4-FFF2-40B4-BE49-F238E27FC236}">
                            <a16:creationId xmlns:a16="http://schemas.microsoft.com/office/drawing/2014/main" id="{E015CB1F-3A01-457B-ACF1-7E6E5C18A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9857" y="1938338"/>
                        <a:ext cx="13030200" cy="5693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2" name="Rectangle 5">
            <a:extLst>
              <a:ext uri="{FF2B5EF4-FFF2-40B4-BE49-F238E27FC236}">
                <a16:creationId xmlns:a16="http://schemas.microsoft.com/office/drawing/2014/main" id="{E90CC909-A9EB-4555-92FF-AC953EB21F5D}"/>
              </a:ext>
            </a:extLst>
          </p:cNvPr>
          <p:cNvSpPr>
            <a:spLocks noChangeArrowheads="1"/>
          </p:cNvSpPr>
          <p:nvPr/>
        </p:nvSpPr>
        <p:spPr bwMode="auto">
          <a:xfrm>
            <a:off x="3343276" y="2057400"/>
            <a:ext cx="2728913" cy="342900"/>
          </a:xfrm>
          <a:prstGeom prst="rect">
            <a:avLst/>
          </a:prstGeom>
          <a:noFill/>
          <a:ln w="222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3" name="Rectangle 6">
            <a:extLst>
              <a:ext uri="{FF2B5EF4-FFF2-40B4-BE49-F238E27FC236}">
                <a16:creationId xmlns:a16="http://schemas.microsoft.com/office/drawing/2014/main" id="{7E2112DA-E34B-426E-8DF7-2AFC9D610D26}"/>
              </a:ext>
            </a:extLst>
          </p:cNvPr>
          <p:cNvSpPr>
            <a:spLocks noChangeArrowheads="1"/>
          </p:cNvSpPr>
          <p:nvPr/>
        </p:nvSpPr>
        <p:spPr bwMode="auto">
          <a:xfrm>
            <a:off x="10903745" y="2831308"/>
            <a:ext cx="3300413" cy="328613"/>
          </a:xfrm>
          <a:prstGeom prst="rect">
            <a:avLst/>
          </a:prstGeom>
          <a:noFill/>
          <a:ln w="222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4" name="Rectangle 7">
            <a:extLst>
              <a:ext uri="{FF2B5EF4-FFF2-40B4-BE49-F238E27FC236}">
                <a16:creationId xmlns:a16="http://schemas.microsoft.com/office/drawing/2014/main" id="{10F8327F-19D5-48BC-A27A-3062136FE813}"/>
              </a:ext>
            </a:extLst>
          </p:cNvPr>
          <p:cNvSpPr>
            <a:spLocks noChangeArrowheads="1"/>
          </p:cNvSpPr>
          <p:nvPr/>
        </p:nvSpPr>
        <p:spPr bwMode="auto">
          <a:xfrm>
            <a:off x="9120188" y="2147888"/>
            <a:ext cx="3757613" cy="371475"/>
          </a:xfrm>
          <a:prstGeom prst="rect">
            <a:avLst/>
          </a:prstGeom>
          <a:noFill/>
          <a:ln w="22225" algn="ctr">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5" name="Rectangle 8">
            <a:extLst>
              <a:ext uri="{FF2B5EF4-FFF2-40B4-BE49-F238E27FC236}">
                <a16:creationId xmlns:a16="http://schemas.microsoft.com/office/drawing/2014/main" id="{8C8089EE-C09F-46FC-9FB5-9DF0438A7F5D}"/>
              </a:ext>
            </a:extLst>
          </p:cNvPr>
          <p:cNvSpPr>
            <a:spLocks noChangeArrowheads="1"/>
          </p:cNvSpPr>
          <p:nvPr/>
        </p:nvSpPr>
        <p:spPr bwMode="auto">
          <a:xfrm>
            <a:off x="7105650" y="2647951"/>
            <a:ext cx="3228975" cy="328613"/>
          </a:xfrm>
          <a:prstGeom prst="rect">
            <a:avLst/>
          </a:prstGeom>
          <a:noFill/>
          <a:ln w="222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6" name="Rectangle 9">
            <a:extLst>
              <a:ext uri="{FF2B5EF4-FFF2-40B4-BE49-F238E27FC236}">
                <a16:creationId xmlns:a16="http://schemas.microsoft.com/office/drawing/2014/main" id="{3D32D862-EBC2-42B7-9DA2-E9A56B7EB491}"/>
              </a:ext>
            </a:extLst>
          </p:cNvPr>
          <p:cNvSpPr>
            <a:spLocks noChangeArrowheads="1"/>
          </p:cNvSpPr>
          <p:nvPr/>
        </p:nvSpPr>
        <p:spPr bwMode="auto">
          <a:xfrm>
            <a:off x="2845595" y="8317707"/>
            <a:ext cx="1843088" cy="314325"/>
          </a:xfrm>
          <a:prstGeom prst="rect">
            <a:avLst/>
          </a:prstGeom>
          <a:noFill/>
          <a:ln w="222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7" name="Rectangle 10">
            <a:extLst>
              <a:ext uri="{FF2B5EF4-FFF2-40B4-BE49-F238E27FC236}">
                <a16:creationId xmlns:a16="http://schemas.microsoft.com/office/drawing/2014/main" id="{B8721F45-86B2-46CA-B35C-6DDEFC941413}"/>
              </a:ext>
            </a:extLst>
          </p:cNvPr>
          <p:cNvSpPr>
            <a:spLocks noChangeArrowheads="1"/>
          </p:cNvSpPr>
          <p:nvPr/>
        </p:nvSpPr>
        <p:spPr bwMode="auto">
          <a:xfrm>
            <a:off x="2836070" y="8693945"/>
            <a:ext cx="1871663" cy="257175"/>
          </a:xfrm>
          <a:prstGeom prst="rect">
            <a:avLst/>
          </a:prstGeom>
          <a:noFill/>
          <a:ln w="22225" algn="ctr">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8" name="Rectangle 11">
            <a:extLst>
              <a:ext uri="{FF2B5EF4-FFF2-40B4-BE49-F238E27FC236}">
                <a16:creationId xmlns:a16="http://schemas.microsoft.com/office/drawing/2014/main" id="{332E66BC-A5F3-4DEE-BB15-95B6EABBF7F8}"/>
              </a:ext>
            </a:extLst>
          </p:cNvPr>
          <p:cNvSpPr>
            <a:spLocks noChangeArrowheads="1"/>
          </p:cNvSpPr>
          <p:nvPr/>
        </p:nvSpPr>
        <p:spPr bwMode="auto">
          <a:xfrm>
            <a:off x="9703595" y="5460207"/>
            <a:ext cx="1500188" cy="314325"/>
          </a:xfrm>
          <a:prstGeom prst="rect">
            <a:avLst/>
          </a:prstGeom>
          <a:noFill/>
          <a:ln w="22225" algn="ctr">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39" name="Rectangle 12">
            <a:extLst>
              <a:ext uri="{FF2B5EF4-FFF2-40B4-BE49-F238E27FC236}">
                <a16:creationId xmlns:a16="http://schemas.microsoft.com/office/drawing/2014/main" id="{0D4D69C3-0C1F-4838-BFFD-18D1F8BF7E0B}"/>
              </a:ext>
            </a:extLst>
          </p:cNvPr>
          <p:cNvSpPr>
            <a:spLocks noChangeArrowheads="1"/>
          </p:cNvSpPr>
          <p:nvPr/>
        </p:nvSpPr>
        <p:spPr bwMode="auto">
          <a:xfrm>
            <a:off x="10263188" y="7177088"/>
            <a:ext cx="1785938" cy="357188"/>
          </a:xfrm>
          <a:prstGeom prst="rect">
            <a:avLst/>
          </a:prstGeom>
          <a:noFill/>
          <a:ln w="22225" algn="ctr">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40" name="Rectangle 13">
            <a:extLst>
              <a:ext uri="{FF2B5EF4-FFF2-40B4-BE49-F238E27FC236}">
                <a16:creationId xmlns:a16="http://schemas.microsoft.com/office/drawing/2014/main" id="{C3F4FFBD-05EE-46B0-9104-40F7A6C45C57}"/>
              </a:ext>
            </a:extLst>
          </p:cNvPr>
          <p:cNvSpPr>
            <a:spLocks noChangeArrowheads="1"/>
          </p:cNvSpPr>
          <p:nvPr/>
        </p:nvSpPr>
        <p:spPr bwMode="auto">
          <a:xfrm>
            <a:off x="4722020" y="8308183"/>
            <a:ext cx="1935956" cy="300038"/>
          </a:xfrm>
          <a:prstGeom prst="rect">
            <a:avLst/>
          </a:prstGeom>
          <a:noFill/>
          <a:ln w="22225" algn="ctr">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41" name="Rectangle 14">
            <a:extLst>
              <a:ext uri="{FF2B5EF4-FFF2-40B4-BE49-F238E27FC236}">
                <a16:creationId xmlns:a16="http://schemas.microsoft.com/office/drawing/2014/main" id="{6B20899C-A247-4060-A79C-ED54863F012E}"/>
              </a:ext>
            </a:extLst>
          </p:cNvPr>
          <p:cNvSpPr>
            <a:spLocks noChangeArrowheads="1"/>
          </p:cNvSpPr>
          <p:nvPr/>
        </p:nvSpPr>
        <p:spPr bwMode="auto">
          <a:xfrm>
            <a:off x="14197013" y="4410075"/>
            <a:ext cx="1214438" cy="342900"/>
          </a:xfrm>
          <a:prstGeom prst="rect">
            <a:avLst/>
          </a:prstGeom>
          <a:noFill/>
          <a:ln w="22225" algn="ctr">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42" name="Rectangle 15">
            <a:extLst>
              <a:ext uri="{FF2B5EF4-FFF2-40B4-BE49-F238E27FC236}">
                <a16:creationId xmlns:a16="http://schemas.microsoft.com/office/drawing/2014/main" id="{9E71A1B1-A03A-449E-9608-36A8AFF2FFAB}"/>
              </a:ext>
            </a:extLst>
          </p:cNvPr>
          <p:cNvSpPr>
            <a:spLocks noChangeArrowheads="1"/>
          </p:cNvSpPr>
          <p:nvPr/>
        </p:nvSpPr>
        <p:spPr bwMode="auto">
          <a:xfrm>
            <a:off x="13599320" y="5441157"/>
            <a:ext cx="1285875" cy="342900"/>
          </a:xfrm>
          <a:prstGeom prst="rect">
            <a:avLst/>
          </a:prstGeom>
          <a:noFill/>
          <a:ln w="22225" algn="ctr">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43" name="Rectangle 16">
            <a:extLst>
              <a:ext uri="{FF2B5EF4-FFF2-40B4-BE49-F238E27FC236}">
                <a16:creationId xmlns:a16="http://schemas.microsoft.com/office/drawing/2014/main" id="{8EE2149C-B344-4FED-BDF2-1D9805DB34FF}"/>
              </a:ext>
            </a:extLst>
          </p:cNvPr>
          <p:cNvSpPr>
            <a:spLocks noChangeArrowheads="1"/>
          </p:cNvSpPr>
          <p:nvPr/>
        </p:nvSpPr>
        <p:spPr bwMode="auto">
          <a:xfrm>
            <a:off x="4729163" y="8643938"/>
            <a:ext cx="1943100" cy="300038"/>
          </a:xfrm>
          <a:prstGeom prst="rect">
            <a:avLst/>
          </a:prstGeom>
          <a:noFill/>
          <a:ln w="22225" algn="ctr">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544" name="Text Box 17">
            <a:extLst>
              <a:ext uri="{FF2B5EF4-FFF2-40B4-BE49-F238E27FC236}">
                <a16:creationId xmlns:a16="http://schemas.microsoft.com/office/drawing/2014/main" id="{11393C2C-AA90-4DEB-8EF0-E537311ED326}"/>
              </a:ext>
            </a:extLst>
          </p:cNvPr>
          <p:cNvSpPr txBox="1">
            <a:spLocks noChangeArrowheads="1"/>
          </p:cNvSpPr>
          <p:nvPr/>
        </p:nvSpPr>
        <p:spPr bwMode="auto">
          <a:xfrm>
            <a:off x="5133975" y="8308182"/>
            <a:ext cx="91486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pPr>
            <a:r>
              <a:rPr lang="en-IE" altLang="en-US" sz="1500" b="1">
                <a:solidFill>
                  <a:srgbClr val="0000CC"/>
                </a:solidFill>
              </a:rPr>
              <a:t>Subtypes</a:t>
            </a:r>
          </a:p>
        </p:txBody>
      </p:sp>
      <p:sp>
        <p:nvSpPr>
          <p:cNvPr id="22545" name="Text Box 18">
            <a:extLst>
              <a:ext uri="{FF2B5EF4-FFF2-40B4-BE49-F238E27FC236}">
                <a16:creationId xmlns:a16="http://schemas.microsoft.com/office/drawing/2014/main" id="{10486AB3-7AB3-474B-806C-F1A00177EF73}"/>
              </a:ext>
            </a:extLst>
          </p:cNvPr>
          <p:cNvSpPr txBox="1">
            <a:spLocks noChangeArrowheads="1"/>
          </p:cNvSpPr>
          <p:nvPr/>
        </p:nvSpPr>
        <p:spPr bwMode="auto">
          <a:xfrm>
            <a:off x="5264945" y="8653463"/>
            <a:ext cx="61407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pPr>
            <a:r>
              <a:rPr lang="en-IE" altLang="en-US" sz="1500" b="1">
                <a:solidFill>
                  <a:srgbClr val="008000"/>
                </a:solidFill>
              </a:rPr>
              <a:t>Roles</a:t>
            </a:r>
          </a:p>
        </p:txBody>
      </p:sp>
      <p:sp>
        <p:nvSpPr>
          <p:cNvPr id="22546" name="Text Box 19">
            <a:extLst>
              <a:ext uri="{FF2B5EF4-FFF2-40B4-BE49-F238E27FC236}">
                <a16:creationId xmlns:a16="http://schemas.microsoft.com/office/drawing/2014/main" id="{2CE0AB0F-CFC9-4FFD-9F02-A0D018F25D8C}"/>
              </a:ext>
            </a:extLst>
          </p:cNvPr>
          <p:cNvSpPr txBox="1">
            <a:spLocks noChangeArrowheads="1"/>
          </p:cNvSpPr>
          <p:nvPr/>
        </p:nvSpPr>
        <p:spPr bwMode="auto">
          <a:xfrm>
            <a:off x="2967038" y="8641557"/>
            <a:ext cx="130542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pPr>
            <a:r>
              <a:rPr lang="en-IE" altLang="en-US" sz="1500" b="1">
                <a:solidFill>
                  <a:schemeClr val="tx1"/>
                </a:solidFill>
              </a:rPr>
              <a:t>Classifications</a:t>
            </a:r>
          </a:p>
        </p:txBody>
      </p:sp>
      <p:sp>
        <p:nvSpPr>
          <p:cNvPr id="22547" name="Text Box 20">
            <a:extLst>
              <a:ext uri="{FF2B5EF4-FFF2-40B4-BE49-F238E27FC236}">
                <a16:creationId xmlns:a16="http://schemas.microsoft.com/office/drawing/2014/main" id="{999B22B2-06D9-45F4-90E8-A295CC11ECFD}"/>
              </a:ext>
            </a:extLst>
          </p:cNvPr>
          <p:cNvSpPr txBox="1">
            <a:spLocks noChangeArrowheads="1"/>
          </p:cNvSpPr>
          <p:nvPr/>
        </p:nvSpPr>
        <p:spPr bwMode="auto">
          <a:xfrm>
            <a:off x="3069433" y="8301038"/>
            <a:ext cx="115570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pPr>
              <a:lnSpc>
                <a:spcPct val="90000"/>
              </a:lnSpc>
            </a:pPr>
            <a:r>
              <a:rPr lang="en-IE" altLang="en-US" sz="1500" b="1">
                <a:solidFill>
                  <a:srgbClr val="FF0000"/>
                </a:solidFill>
              </a:rPr>
              <a:t>Associatives</a:t>
            </a:r>
          </a:p>
        </p:txBody>
      </p:sp>
      <p:sp>
        <p:nvSpPr>
          <p:cNvPr id="22548" name="Rectangle 21">
            <a:extLst>
              <a:ext uri="{FF2B5EF4-FFF2-40B4-BE49-F238E27FC236}">
                <a16:creationId xmlns:a16="http://schemas.microsoft.com/office/drawing/2014/main" id="{5435DE2C-EC91-4E36-9A15-B5A2208B44B7}"/>
              </a:ext>
            </a:extLst>
          </p:cNvPr>
          <p:cNvSpPr>
            <a:spLocks noChangeArrowheads="1"/>
          </p:cNvSpPr>
          <p:nvPr/>
        </p:nvSpPr>
        <p:spPr bwMode="auto">
          <a:xfrm>
            <a:off x="11677651" y="5519738"/>
            <a:ext cx="1214438" cy="300038"/>
          </a:xfrm>
          <a:prstGeom prst="rect">
            <a:avLst/>
          </a:prstGeom>
          <a:noFill/>
          <a:ln w="22225" algn="ctr">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rgbClr val="000000"/>
                </a:solidFill>
                <a:latin typeface="Cochin" pitchFamily="-84" charset="0"/>
                <a:ea typeface="ヒラギノ明朝 ProN W3" pitchFamily="-84" charset="-128"/>
                <a:sym typeface="Cochin" pitchFamily="-84" charset="0"/>
              </a:defRPr>
            </a:lvl1pPr>
            <a:lvl2pPr marL="742950" indent="-285750">
              <a:defRPr sz="1200">
                <a:solidFill>
                  <a:srgbClr val="000000"/>
                </a:solidFill>
                <a:latin typeface="Cochin" pitchFamily="-84" charset="0"/>
                <a:ea typeface="ヒラギノ明朝 ProN W3" pitchFamily="-84" charset="-128"/>
                <a:sym typeface="Cochin" pitchFamily="-84" charset="0"/>
              </a:defRPr>
            </a:lvl2pPr>
            <a:lvl3pPr marL="1143000" indent="-228600">
              <a:defRPr sz="1200">
                <a:solidFill>
                  <a:srgbClr val="000000"/>
                </a:solidFill>
                <a:latin typeface="Cochin" pitchFamily="-84" charset="0"/>
                <a:ea typeface="ヒラギノ明朝 ProN W3" pitchFamily="-84" charset="-128"/>
                <a:sym typeface="Cochin" pitchFamily="-84" charset="0"/>
              </a:defRPr>
            </a:lvl3pPr>
            <a:lvl4pPr marL="1600200" indent="-228600">
              <a:defRPr sz="1200">
                <a:solidFill>
                  <a:srgbClr val="000000"/>
                </a:solidFill>
                <a:latin typeface="Cochin" pitchFamily="-84" charset="0"/>
                <a:ea typeface="ヒラギノ明朝 ProN W3" pitchFamily="-84" charset="-128"/>
                <a:sym typeface="Cochin" pitchFamily="-84" charset="0"/>
              </a:defRPr>
            </a:lvl4pPr>
            <a:lvl5pPr marL="2057400" indent="-228600">
              <a:defRPr sz="1200">
                <a:solidFill>
                  <a:srgbClr val="000000"/>
                </a:solidFill>
                <a:latin typeface="Cochin" pitchFamily="-84" charset="0"/>
                <a:ea typeface="ヒラギノ明朝 ProN W3" pitchFamily="-84" charset="-128"/>
                <a:sym typeface="Cochin" pitchFamily="-84" charset="0"/>
              </a:defRPr>
            </a:lvl5pPr>
            <a:lvl6pPr marL="25146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6pPr>
            <a:lvl7pPr marL="29718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7pPr>
            <a:lvl8pPr marL="34290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8pPr>
            <a:lvl9pPr marL="3886200" indent="-228600" eaLnBrk="0" fontAlgn="base" hangingPunct="0">
              <a:spcBef>
                <a:spcPct val="0"/>
              </a:spcBef>
              <a:spcAft>
                <a:spcPct val="0"/>
              </a:spcAft>
              <a:defRPr sz="1200">
                <a:solidFill>
                  <a:srgbClr val="000000"/>
                </a:solidFill>
                <a:latin typeface="Cochin" pitchFamily="-84" charset="0"/>
                <a:ea typeface="ヒラギノ明朝 ProN W3" pitchFamily="-84" charset="-128"/>
                <a:sym typeface="Cochin" pitchFamily="-84" charset="0"/>
              </a:defRPr>
            </a:lvl9pPr>
          </a:lstStyle>
          <a:p>
            <a:endParaRPr lang="en-US" altLang="en-US" sz="1800"/>
          </a:p>
        </p:txBody>
      </p:sp>
      <p:sp>
        <p:nvSpPr>
          <p:cNvPr id="22" name="Rectangle 2">
            <a:extLst>
              <a:ext uri="{FF2B5EF4-FFF2-40B4-BE49-F238E27FC236}">
                <a16:creationId xmlns:a16="http://schemas.microsoft.com/office/drawing/2014/main" id="{70129205-5DC6-40A7-B4CD-23F7967AAA03}"/>
              </a:ext>
            </a:extLst>
          </p:cNvPr>
          <p:cNvSpPr txBox="1">
            <a:spLocks noChangeArrowheads="1"/>
          </p:cNvSpPr>
          <p:nvPr/>
        </p:nvSpPr>
        <p:spPr bwMode="auto">
          <a:xfrm>
            <a:off x="4067175" y="1351253"/>
            <a:ext cx="11801475" cy="850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90000"/>
              </a:lnSpc>
              <a:spcBef>
                <a:spcPct val="0"/>
              </a:spcBef>
              <a:spcAft>
                <a:spcPct val="0"/>
              </a:spcAft>
              <a:defRPr sz="2600" b="1">
                <a:solidFill>
                  <a:schemeClr val="tx1"/>
                </a:solidFill>
                <a:latin typeface="+mj-lt"/>
                <a:ea typeface="+mj-ea"/>
                <a:cs typeface="+mj-cs"/>
              </a:defRPr>
            </a:lvl1pPr>
            <a:lvl2pPr algn="l" rtl="0" eaLnBrk="0" fontAlgn="base" hangingPunct="0">
              <a:lnSpc>
                <a:spcPct val="90000"/>
              </a:lnSpc>
              <a:spcBef>
                <a:spcPct val="0"/>
              </a:spcBef>
              <a:spcAft>
                <a:spcPct val="0"/>
              </a:spcAft>
              <a:defRPr sz="2600" b="1">
                <a:solidFill>
                  <a:schemeClr val="tx1"/>
                </a:solidFill>
                <a:latin typeface="Arial" charset="0"/>
                <a:cs typeface="Arial" charset="0"/>
              </a:defRPr>
            </a:lvl2pPr>
            <a:lvl3pPr algn="l" rtl="0" eaLnBrk="0" fontAlgn="base" hangingPunct="0">
              <a:lnSpc>
                <a:spcPct val="90000"/>
              </a:lnSpc>
              <a:spcBef>
                <a:spcPct val="0"/>
              </a:spcBef>
              <a:spcAft>
                <a:spcPct val="0"/>
              </a:spcAft>
              <a:defRPr sz="2600" b="1">
                <a:solidFill>
                  <a:schemeClr val="tx1"/>
                </a:solidFill>
                <a:latin typeface="Arial" charset="0"/>
                <a:cs typeface="Arial" charset="0"/>
              </a:defRPr>
            </a:lvl3pPr>
            <a:lvl4pPr algn="l" rtl="0" eaLnBrk="0" fontAlgn="base" hangingPunct="0">
              <a:lnSpc>
                <a:spcPct val="90000"/>
              </a:lnSpc>
              <a:spcBef>
                <a:spcPct val="0"/>
              </a:spcBef>
              <a:spcAft>
                <a:spcPct val="0"/>
              </a:spcAft>
              <a:defRPr sz="2600" b="1">
                <a:solidFill>
                  <a:schemeClr val="tx1"/>
                </a:solidFill>
                <a:latin typeface="Arial" charset="0"/>
                <a:cs typeface="Arial" charset="0"/>
              </a:defRPr>
            </a:lvl4pPr>
            <a:lvl5pPr algn="l" rtl="0" eaLnBrk="0" fontAlgn="base" hangingPunct="0">
              <a:lnSpc>
                <a:spcPct val="90000"/>
              </a:lnSpc>
              <a:spcBef>
                <a:spcPct val="0"/>
              </a:spcBef>
              <a:spcAft>
                <a:spcPct val="0"/>
              </a:spcAft>
              <a:defRPr sz="2600" b="1">
                <a:solidFill>
                  <a:schemeClr val="tx1"/>
                </a:solidFill>
                <a:latin typeface="Arial" charset="0"/>
                <a:cs typeface="Arial" charset="0"/>
              </a:defRPr>
            </a:lvl5pPr>
            <a:lvl6pPr marL="457200" algn="l" rtl="0" eaLnBrk="1" fontAlgn="base" hangingPunct="1">
              <a:lnSpc>
                <a:spcPct val="90000"/>
              </a:lnSpc>
              <a:spcBef>
                <a:spcPct val="0"/>
              </a:spcBef>
              <a:spcAft>
                <a:spcPct val="0"/>
              </a:spcAft>
              <a:defRPr sz="2600" b="1">
                <a:solidFill>
                  <a:schemeClr val="tx1"/>
                </a:solidFill>
                <a:latin typeface="Arial" charset="0"/>
                <a:cs typeface="Arial" charset="0"/>
              </a:defRPr>
            </a:lvl6pPr>
            <a:lvl7pPr marL="914400" algn="l" rtl="0" eaLnBrk="1" fontAlgn="base" hangingPunct="1">
              <a:lnSpc>
                <a:spcPct val="90000"/>
              </a:lnSpc>
              <a:spcBef>
                <a:spcPct val="0"/>
              </a:spcBef>
              <a:spcAft>
                <a:spcPct val="0"/>
              </a:spcAft>
              <a:defRPr sz="2600" b="1">
                <a:solidFill>
                  <a:schemeClr val="tx1"/>
                </a:solidFill>
                <a:latin typeface="Arial" charset="0"/>
                <a:cs typeface="Arial" charset="0"/>
              </a:defRPr>
            </a:lvl7pPr>
            <a:lvl8pPr marL="1371600" algn="l" rtl="0" eaLnBrk="1" fontAlgn="base" hangingPunct="1">
              <a:lnSpc>
                <a:spcPct val="90000"/>
              </a:lnSpc>
              <a:spcBef>
                <a:spcPct val="0"/>
              </a:spcBef>
              <a:spcAft>
                <a:spcPct val="0"/>
              </a:spcAft>
              <a:defRPr sz="2600" b="1">
                <a:solidFill>
                  <a:schemeClr val="tx1"/>
                </a:solidFill>
                <a:latin typeface="Arial" charset="0"/>
                <a:cs typeface="Arial" charset="0"/>
              </a:defRPr>
            </a:lvl8pPr>
            <a:lvl9pPr marL="1828800" algn="l" rtl="0" eaLnBrk="1" fontAlgn="base" hangingPunct="1">
              <a:lnSpc>
                <a:spcPct val="90000"/>
              </a:lnSpc>
              <a:spcBef>
                <a:spcPct val="0"/>
              </a:spcBef>
              <a:spcAft>
                <a:spcPct val="0"/>
              </a:spcAft>
              <a:defRPr sz="2600" b="1">
                <a:solidFill>
                  <a:schemeClr val="tx1"/>
                </a:solidFill>
                <a:latin typeface="Arial" charset="0"/>
                <a:cs typeface="Arial" charset="0"/>
              </a:defRPr>
            </a:lvl9pPr>
          </a:lstStyle>
          <a:p>
            <a:pPr algn="r" eaLnBrk="1" hangingPunct="1">
              <a:defRPr/>
            </a:pPr>
            <a:r>
              <a:rPr lang="en-US" altLang="en-US" sz="3900" kern="0"/>
              <a:t>detail for core day-to-day business information</a:t>
            </a:r>
          </a:p>
        </p:txBody>
      </p:sp>
      <p:sp>
        <p:nvSpPr>
          <p:cNvPr id="6" name="TextBox 5">
            <a:extLst>
              <a:ext uri="{FF2B5EF4-FFF2-40B4-BE49-F238E27FC236}">
                <a16:creationId xmlns:a16="http://schemas.microsoft.com/office/drawing/2014/main" id="{1E4A0E42-A393-0C24-6719-71DEE2A8DBCA}"/>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3.1</a:t>
            </a:r>
            <a:endParaRPr lang="x-none"/>
          </a:p>
        </p:txBody>
      </p:sp>
      <p:cxnSp>
        <p:nvCxnSpPr>
          <p:cNvPr id="7" name="Straight Connector 6">
            <a:extLst>
              <a:ext uri="{FF2B5EF4-FFF2-40B4-BE49-F238E27FC236}">
                <a16:creationId xmlns:a16="http://schemas.microsoft.com/office/drawing/2014/main" id="{6CD4A36E-4E76-A5E1-4AD4-942D518CC2AE}"/>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BDCD602-7231-9856-9216-0EAB15BD22E7}"/>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Nine Data Concepts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3.2</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Core Objects</a:t>
            </a:r>
            <a:endParaRPr lang="x-none"/>
          </a:p>
        </p:txBody>
      </p:sp>
      <p:sp>
        <p:nvSpPr>
          <p:cNvPr id="2" name="Rectangle 1"/>
          <p:cNvSpPr/>
          <p:nvPr/>
        </p:nvSpPr>
        <p:spPr>
          <a:xfrm>
            <a:off x="2917525" y="6978860"/>
            <a:ext cx="14446406" cy="1131079"/>
          </a:xfrm>
          <a:prstGeom prst="rect">
            <a:avLst/>
          </a:prstGeom>
        </p:spPr>
        <p:txBody>
          <a:bodyPr wrap="square">
            <a:spAutoFit/>
          </a:bodyPr>
          <a:lstStyle/>
          <a:p>
            <a:pPr>
              <a:lnSpc>
                <a:spcPct val="150000"/>
              </a:lnSpc>
              <a:defRPr/>
            </a:pPr>
            <a:r>
              <a:rPr lang="en-US" sz="2700" b="1" err="1">
                <a:solidFill>
                  <a:prstClr val="black"/>
                </a:solidFill>
              </a:rPr>
              <a:t>Tham</a:t>
            </a:r>
            <a:r>
              <a:rPr lang="en-US" sz="2700" b="1">
                <a:solidFill>
                  <a:prstClr val="black"/>
                </a:solidFill>
              </a:rPr>
              <a:t> </a:t>
            </a:r>
            <a:r>
              <a:rPr lang="en-US" sz="2700" b="1" err="1">
                <a:solidFill>
                  <a:prstClr val="black"/>
                </a:solidFill>
              </a:rPr>
              <a:t>khảo</a:t>
            </a:r>
            <a:r>
              <a:rPr lang="en-US" sz="2700" b="1">
                <a:solidFill>
                  <a:prstClr val="black"/>
                </a:solidFill>
              </a:rPr>
              <a:t> </a:t>
            </a:r>
            <a:r>
              <a:rPr lang="en-US" sz="2700" b="1" err="1">
                <a:solidFill>
                  <a:prstClr val="black"/>
                </a:solidFill>
              </a:rPr>
              <a:t>bộ</a:t>
            </a:r>
            <a:r>
              <a:rPr lang="en-US" sz="2700" b="1">
                <a:solidFill>
                  <a:prstClr val="black"/>
                </a:solidFill>
              </a:rPr>
              <a:t> Core Objects </a:t>
            </a:r>
            <a:r>
              <a:rPr lang="en-US" sz="2700" b="1" err="1">
                <a:solidFill>
                  <a:prstClr val="black"/>
                </a:solidFill>
              </a:rPr>
              <a:t>từ</a:t>
            </a:r>
            <a:r>
              <a:rPr lang="en-US" sz="2700" b="1">
                <a:solidFill>
                  <a:prstClr val="black"/>
                </a:solidFill>
              </a:rPr>
              <a:t> IBM Knowledge Accelerator for Financial Services</a:t>
            </a:r>
          </a:p>
          <a:p>
            <a:pPr>
              <a:defRPr/>
            </a:pPr>
            <a:r>
              <a:rPr lang="en-US" sz="2700">
                <a:solidFill>
                  <a:prstClr val="black"/>
                </a:solidFill>
                <a:hlinkClick r:id="rId3"/>
              </a:rPr>
              <a:t>Link: Knowledge Accelerator for Financial Services - IBM Documentation</a:t>
            </a:r>
            <a:endParaRPr lang="en-US" sz="2700" b="1">
              <a:solidFill>
                <a:srgbClr val="EC292E"/>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4"/>
          <a:stretch>
            <a:fillRect/>
          </a:stretch>
        </p:blipFill>
        <p:spPr>
          <a:xfrm>
            <a:off x="1493815" y="2420671"/>
            <a:ext cx="16702571" cy="4392158"/>
          </a:xfrm>
          <a:prstGeom prst="rect">
            <a:avLst/>
          </a:prstGeom>
        </p:spPr>
      </p:pic>
      <p:sp>
        <p:nvSpPr>
          <p:cNvPr id="19" name="Rectangle 18"/>
          <p:cNvSpPr/>
          <p:nvPr/>
        </p:nvSpPr>
        <p:spPr>
          <a:xfrm>
            <a:off x="1309819" y="1386593"/>
            <a:ext cx="14446406" cy="651140"/>
          </a:xfrm>
          <a:prstGeom prst="rect">
            <a:avLst/>
          </a:prstGeom>
        </p:spPr>
        <p:txBody>
          <a:bodyPr wrap="square">
            <a:spAutoFit/>
          </a:bodyPr>
          <a:lstStyle/>
          <a:p>
            <a:pPr>
              <a:lnSpc>
                <a:spcPct val="150000"/>
              </a:lnSpc>
              <a:defRPr/>
            </a:pPr>
            <a:r>
              <a:rPr lang="en-US" sz="2700" b="1">
                <a:solidFill>
                  <a:prstClr val="black"/>
                </a:solidFill>
              </a:rPr>
              <a:t>Bao </a:t>
            </a:r>
            <a:r>
              <a:rPr lang="en-US" sz="2700" b="1" err="1">
                <a:solidFill>
                  <a:prstClr val="black"/>
                </a:solidFill>
              </a:rPr>
              <a:t>gồm</a:t>
            </a:r>
            <a:r>
              <a:rPr lang="en-US" sz="2700" b="1">
                <a:solidFill>
                  <a:prstClr val="black"/>
                </a:solidFill>
              </a:rPr>
              <a:t> </a:t>
            </a:r>
            <a:r>
              <a:rPr lang="en-US" sz="2700" b="1" err="1">
                <a:solidFill>
                  <a:prstClr val="black"/>
                </a:solidFill>
              </a:rPr>
              <a:t>các</a:t>
            </a:r>
            <a:r>
              <a:rPr lang="en-US" sz="2700" b="1">
                <a:solidFill>
                  <a:prstClr val="black"/>
                </a:solidFill>
              </a:rPr>
              <a:t> </a:t>
            </a:r>
            <a:r>
              <a:rPr lang="en-US" sz="2700" b="1" err="1">
                <a:solidFill>
                  <a:prstClr val="black"/>
                </a:solidFill>
              </a:rPr>
              <a:t>nhóm</a:t>
            </a:r>
            <a:r>
              <a:rPr lang="en-US" sz="2700" b="1">
                <a:solidFill>
                  <a:prstClr val="black"/>
                </a:solidFill>
              </a:rPr>
              <a:t> Core Objects (15 </a:t>
            </a:r>
            <a:r>
              <a:rPr lang="en-US" sz="2700" b="1" err="1">
                <a:solidFill>
                  <a:prstClr val="black"/>
                </a:solidFill>
              </a:rPr>
              <a:t>nhóm</a:t>
            </a:r>
            <a:r>
              <a:rPr lang="en-US" sz="2700" b="1">
                <a:solidFill>
                  <a:prstClr val="black"/>
                </a:solidFill>
              </a:rPr>
              <a:t>) </a:t>
            </a:r>
            <a:r>
              <a:rPr lang="en-US" sz="2700" b="1" err="1">
                <a:solidFill>
                  <a:prstClr val="black"/>
                </a:solidFill>
              </a:rPr>
              <a:t>như</a:t>
            </a:r>
            <a:r>
              <a:rPr lang="en-US" sz="2700" b="1">
                <a:solidFill>
                  <a:prstClr val="black"/>
                </a:solidFill>
              </a:rPr>
              <a:t> </a:t>
            </a:r>
            <a:r>
              <a:rPr lang="en-US" sz="2700" b="1" err="1">
                <a:solidFill>
                  <a:prstClr val="black"/>
                </a:solidFill>
              </a:rPr>
              <a:t>sau</a:t>
            </a:r>
            <a:r>
              <a:rPr lang="en-US" sz="2700" b="1">
                <a:solidFill>
                  <a:prstClr val="black"/>
                </a:solidFill>
              </a:rPr>
              <a:t>:</a:t>
            </a:r>
          </a:p>
        </p:txBody>
      </p:sp>
    </p:spTree>
    <p:extLst>
      <p:ext uri="{BB962C8B-B14F-4D97-AF65-F5344CB8AC3E}">
        <p14:creationId xmlns:p14="http://schemas.microsoft.com/office/powerpoint/2010/main" val="4235787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431E4-29F5-EE64-E9EC-6D675AABAA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26F2BA-1036-DF4A-9BD9-65F51901D80D}"/>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3.2</a:t>
            </a:r>
            <a:endParaRPr lang="x-none"/>
          </a:p>
        </p:txBody>
      </p:sp>
      <p:cxnSp>
        <p:nvCxnSpPr>
          <p:cNvPr id="4" name="Straight Connector 3">
            <a:extLst>
              <a:ext uri="{FF2B5EF4-FFF2-40B4-BE49-F238E27FC236}">
                <a16:creationId xmlns:a16="http://schemas.microsoft.com/office/drawing/2014/main" id="{739375FD-FC1A-6CE0-D956-80E68181E4B1}"/>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49E7CCA-C972-8207-216C-80F53667FD4D}"/>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Core Objects</a:t>
            </a:r>
            <a:endParaRPr lang="x-none"/>
          </a:p>
        </p:txBody>
      </p:sp>
      <p:graphicFrame>
        <p:nvGraphicFramePr>
          <p:cNvPr id="7" name="Table 6">
            <a:extLst>
              <a:ext uri="{FF2B5EF4-FFF2-40B4-BE49-F238E27FC236}">
                <a16:creationId xmlns:a16="http://schemas.microsoft.com/office/drawing/2014/main" id="{0CD22C50-A4A4-B802-A82F-8C439A59C9E5}"/>
              </a:ext>
            </a:extLst>
          </p:cNvPr>
          <p:cNvGraphicFramePr>
            <a:graphicFrameLocks noGrp="1"/>
          </p:cNvGraphicFramePr>
          <p:nvPr>
            <p:extLst>
              <p:ext uri="{D42A27DB-BD31-4B8C-83A1-F6EECF244321}">
                <p14:modId xmlns:p14="http://schemas.microsoft.com/office/powerpoint/2010/main" val="2724188833"/>
              </p:ext>
            </p:extLst>
          </p:nvPr>
        </p:nvGraphicFramePr>
        <p:xfrm>
          <a:off x="1627164" y="1257142"/>
          <a:ext cx="15732585" cy="8649166"/>
        </p:xfrm>
        <a:graphic>
          <a:graphicData uri="http://schemas.openxmlformats.org/drawingml/2006/table">
            <a:tbl>
              <a:tblPr firstRow="1" bandRow="1">
                <a:tableStyleId>{5C22544A-7EE6-4342-B048-85BDC9FD1C3A}</a:tableStyleId>
              </a:tblPr>
              <a:tblGrid>
                <a:gridCol w="783527">
                  <a:extLst>
                    <a:ext uri="{9D8B030D-6E8A-4147-A177-3AD203B41FA5}">
                      <a16:colId xmlns:a16="http://schemas.microsoft.com/office/drawing/2014/main" val="1665859651"/>
                    </a:ext>
                  </a:extLst>
                </a:gridCol>
                <a:gridCol w="2355273">
                  <a:extLst>
                    <a:ext uri="{9D8B030D-6E8A-4147-A177-3AD203B41FA5}">
                      <a16:colId xmlns:a16="http://schemas.microsoft.com/office/drawing/2014/main" val="1803395116"/>
                    </a:ext>
                  </a:extLst>
                </a:gridCol>
                <a:gridCol w="12593785">
                  <a:extLst>
                    <a:ext uri="{9D8B030D-6E8A-4147-A177-3AD203B41FA5}">
                      <a16:colId xmlns:a16="http://schemas.microsoft.com/office/drawing/2014/main" val="3046425281"/>
                    </a:ext>
                  </a:extLst>
                </a:gridCol>
              </a:tblGrid>
              <a:tr h="319908">
                <a:tc>
                  <a:txBody>
                    <a:bodyPr/>
                    <a:lstStyle/>
                    <a:p>
                      <a:pPr marL="0" marR="0" algn="ctr">
                        <a:spcBef>
                          <a:spcPts val="300"/>
                        </a:spcBef>
                        <a:buNone/>
                      </a:pPr>
                      <a:r>
                        <a:rPr lang="en-US" sz="1800">
                          <a:effectLst/>
                        </a:rPr>
                        <a:t>STT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US" sz="1800">
                          <a:effectLst/>
                        </a:rPr>
                        <a:t>Nhóm Core object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US" sz="1800">
                          <a:effectLst/>
                        </a:rPr>
                        <a:t>Ý nghĩa</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122418505"/>
                  </a:ext>
                </a:extLst>
              </a:tr>
              <a:tr h="319908">
                <a:tc>
                  <a:txBody>
                    <a:bodyPr/>
                    <a:lstStyle/>
                    <a:p>
                      <a:pPr marL="0" marR="0" algn="ctr">
                        <a:spcBef>
                          <a:spcPts val="300"/>
                        </a:spcBef>
                        <a:buNone/>
                      </a:pPr>
                      <a:r>
                        <a:rPr lang="en-AU" sz="1800">
                          <a:effectLst/>
                        </a:rPr>
                        <a:t>1</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Involved Party</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của các chi nhánh / phòng ban, khách hàng (cá nhân / tổ chức).</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3633362248"/>
                  </a:ext>
                </a:extLst>
              </a:tr>
              <a:tr h="639816">
                <a:tc>
                  <a:txBody>
                    <a:bodyPr/>
                    <a:lstStyle/>
                    <a:p>
                      <a:pPr marL="0" marR="0" algn="ctr">
                        <a:spcBef>
                          <a:spcPts val="300"/>
                        </a:spcBef>
                        <a:buNone/>
                      </a:pPr>
                      <a:r>
                        <a:rPr lang="en-AU" sz="1800">
                          <a:effectLst/>
                        </a:rPr>
                        <a:t>2</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Location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về địa chỉ thường trú / tạm trú, số điện thoại, email của khách hàng; địa chỉ của chi nhánh / phòng ban.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515969770"/>
                  </a:ext>
                </a:extLst>
              </a:tr>
              <a:tr h="959723">
                <a:tc>
                  <a:txBody>
                    <a:bodyPr/>
                    <a:lstStyle/>
                    <a:p>
                      <a:pPr marL="0" marR="0" algn="ctr">
                        <a:spcBef>
                          <a:spcPts val="300"/>
                        </a:spcBef>
                        <a:buNone/>
                      </a:pPr>
                      <a:r>
                        <a:rPr lang="en-AU" sz="1800">
                          <a:effectLst/>
                        </a:rPr>
                        <a:t>3</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Arrangement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các tài khoản chi tiết của khách hàng, bao gồm các tài khoản tiền vay, tiền gửi có kỳ hạn, tiền gửi không kỳ hạn, thẻ tín dụng, hạn mức tín dụng, hợp đồng tài trợ thương mại, lệnh chuyển tiền, các hợp đồng cam kết ...</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1243438042"/>
                  </a:ext>
                </a:extLst>
              </a:tr>
              <a:tr h="319908">
                <a:tc>
                  <a:txBody>
                    <a:bodyPr/>
                    <a:lstStyle/>
                    <a:p>
                      <a:pPr marL="0" marR="0" algn="ctr">
                        <a:spcBef>
                          <a:spcPts val="300"/>
                        </a:spcBef>
                        <a:buNone/>
                      </a:pPr>
                      <a:r>
                        <a:rPr lang="en-AU" sz="1800">
                          <a:effectLst/>
                        </a:rPr>
                        <a:t>4</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Product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về sản phẩm, dịch vụ ngân hàng cung cấp.</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1027292203"/>
                  </a:ext>
                </a:extLst>
              </a:tr>
              <a:tr h="319908">
                <a:tc>
                  <a:txBody>
                    <a:bodyPr/>
                    <a:lstStyle/>
                    <a:p>
                      <a:pPr marL="0" marR="0" algn="ctr">
                        <a:spcBef>
                          <a:spcPts val="300"/>
                        </a:spcBef>
                        <a:buNone/>
                      </a:pPr>
                      <a:r>
                        <a:rPr lang="en-AU" sz="1800">
                          <a:effectLst/>
                        </a:rPr>
                        <a:t>5</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Condition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về điều khoản hợp đồng. Ví dụ: loại tiền, lãi suất.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3114408990"/>
                  </a:ext>
                </a:extLst>
              </a:tr>
              <a:tr h="319908">
                <a:tc>
                  <a:txBody>
                    <a:bodyPr/>
                    <a:lstStyle/>
                    <a:p>
                      <a:pPr marL="0" marR="0" algn="ctr">
                        <a:spcBef>
                          <a:spcPts val="300"/>
                        </a:spcBef>
                        <a:buNone/>
                      </a:pPr>
                      <a:r>
                        <a:rPr lang="en-AU" sz="1800">
                          <a:effectLst/>
                        </a:rPr>
                        <a:t>6</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Transaction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về giao dịch.</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3425527370"/>
                  </a:ext>
                </a:extLst>
              </a:tr>
              <a:tr h="319908">
                <a:tc>
                  <a:txBody>
                    <a:bodyPr/>
                    <a:lstStyle/>
                    <a:p>
                      <a:pPr marL="0" marR="0" algn="ctr">
                        <a:spcBef>
                          <a:spcPts val="300"/>
                        </a:spcBef>
                        <a:buNone/>
                      </a:pPr>
                      <a:r>
                        <a:rPr lang="en-AU" sz="1800">
                          <a:effectLst/>
                        </a:rPr>
                        <a:t>7</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Communication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mô tả việc trao đổi thông tin giữa Tổ chức Tài chính và các Bên liên quan.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1339356639"/>
                  </a:ext>
                </a:extLst>
              </a:tr>
              <a:tr h="319908">
                <a:tc>
                  <a:txBody>
                    <a:bodyPr/>
                    <a:lstStyle/>
                    <a:p>
                      <a:pPr marL="0" marR="0" algn="ctr">
                        <a:spcBef>
                          <a:spcPts val="300"/>
                        </a:spcBef>
                        <a:buNone/>
                      </a:pPr>
                      <a:r>
                        <a:rPr lang="en-AU" sz="1800">
                          <a:effectLst/>
                        </a:rPr>
                        <a:t>8</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Event</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những sự kiện bất ngờ và không liên tục mà Tổ chức Tài chính muốn lưu trữ thông tin.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814042460"/>
                  </a:ext>
                </a:extLst>
              </a:tr>
              <a:tr h="639816">
                <a:tc>
                  <a:txBody>
                    <a:bodyPr/>
                    <a:lstStyle/>
                    <a:p>
                      <a:pPr marL="0" marR="0" algn="ctr">
                        <a:spcBef>
                          <a:spcPts val="300"/>
                        </a:spcBef>
                        <a:buNone/>
                      </a:pPr>
                      <a:r>
                        <a:rPr lang="en-AU" sz="1800">
                          <a:effectLst/>
                        </a:rPr>
                        <a:t>9</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Accounting</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về phục vụ định lượng về kế toán, tiền tệ ở mức độ chi tiết của Tổ chức tín dụng, khách hàng, các vị thế giao dịch của các công cụ Thị trường Tài chính,..</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891622888"/>
                  </a:ext>
                </a:extLst>
              </a:tr>
              <a:tr h="639816">
                <a:tc>
                  <a:txBody>
                    <a:bodyPr/>
                    <a:lstStyle/>
                    <a:p>
                      <a:pPr marL="0" marR="0" algn="ctr">
                        <a:spcBef>
                          <a:spcPts val="300"/>
                        </a:spcBef>
                        <a:buNone/>
                      </a:pPr>
                      <a:r>
                        <a:rPr lang="en-AU" sz="1800">
                          <a:effectLst/>
                        </a:rPr>
                        <a:t>10</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Property</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Thông tin mô tả bất kỳ tài sản nào, hữu hình hoặc vô hình, được sở hữu, quản lý, sử dụng bởi hoặc có ý nghĩa đặc biệt đối với Tổ chức Tài chính trong quá trình theo đuổi và thực hiện hoạt động kinh doanh.</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2358077571"/>
                  </a:ext>
                </a:extLst>
              </a:tr>
              <a:tr h="639816">
                <a:tc>
                  <a:txBody>
                    <a:bodyPr/>
                    <a:lstStyle/>
                    <a:p>
                      <a:pPr marL="0" marR="0" algn="ctr">
                        <a:spcBef>
                          <a:spcPts val="300"/>
                        </a:spcBef>
                        <a:buNone/>
                      </a:pPr>
                      <a:r>
                        <a:rPr lang="en-AU" sz="1800">
                          <a:effectLst/>
                        </a:rPr>
                        <a:t>11</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Documentation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Thông tin mô tả các tài liệu hoặc tập hợp tài liệu. Tài liệu được phân biệt với các nguồn lực khác và thường không thể được thế chấp để bảo đảm một khoản vay – không thể được sử dụng thay thế cho một nghĩa vụ.</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3035909912"/>
                  </a:ext>
                </a:extLst>
              </a:tr>
              <a:tr h="319908">
                <a:tc>
                  <a:txBody>
                    <a:bodyPr/>
                    <a:lstStyle/>
                    <a:p>
                      <a:pPr marL="0" marR="0" algn="ctr">
                        <a:spcBef>
                          <a:spcPts val="300"/>
                        </a:spcBef>
                        <a:buNone/>
                      </a:pPr>
                      <a:r>
                        <a:rPr lang="en-AU" sz="1800">
                          <a:effectLst/>
                        </a:rPr>
                        <a:t>12</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Common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Thông tin chung có liên quan đến nhiều danh mục con trong bộ thuật ngữ, ví dụ: Danh mục tiền tệ.</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2350706877"/>
                  </a:ext>
                </a:extLst>
              </a:tr>
              <a:tr h="959723">
                <a:tc>
                  <a:txBody>
                    <a:bodyPr/>
                    <a:lstStyle/>
                    <a:p>
                      <a:pPr marL="0" marR="0" algn="ctr">
                        <a:spcBef>
                          <a:spcPts val="300"/>
                        </a:spcBef>
                        <a:buNone/>
                      </a:pPr>
                      <a:r>
                        <a:rPr lang="en-AU" sz="1800">
                          <a:effectLst/>
                        </a:rPr>
                        <a:t>13</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Group</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Nhóm thông tin mô tả một tập hợp cụ thể các đối tượng mà Tổ chức Tài chính quan tâm và bản thân nó có thể bao gồm các Nhóm khác. Việc phân nhóm có thể được tạo ra cho mục đích tiếp thị, quản lý, kiểm soát, báo cáo hoặc các mục đích khái niệm hay thực tiễn khác theo yêu cầu. Ví dụ: kênh giao dịch, danh mục phân loại rủi ro,…</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488208041"/>
                  </a:ext>
                </a:extLst>
              </a:tr>
              <a:tr h="639816">
                <a:tc>
                  <a:txBody>
                    <a:bodyPr/>
                    <a:lstStyle/>
                    <a:p>
                      <a:pPr marL="0" marR="0" algn="ctr">
                        <a:spcBef>
                          <a:spcPts val="300"/>
                        </a:spcBef>
                        <a:buNone/>
                      </a:pPr>
                      <a:r>
                        <a:rPr lang="en-AU" sz="1800">
                          <a:effectLst/>
                        </a:rPr>
                        <a:t>14</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Business Activity</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mô tả các hoạt động được thực hiện bởi hoặc cho Tổ chức Tài chính trong quá trình thực hiện sứ mệnh kinh doanh. Ví dụ các chiến dịch khuyến mãi (Campaign).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976421919"/>
                  </a:ext>
                </a:extLst>
              </a:tr>
              <a:tr h="319908">
                <a:tc>
                  <a:txBody>
                    <a:bodyPr/>
                    <a:lstStyle/>
                    <a:p>
                      <a:pPr marL="0" marR="0" algn="ctr">
                        <a:spcBef>
                          <a:spcPts val="300"/>
                        </a:spcBef>
                        <a:buNone/>
                      </a:pPr>
                      <a:r>
                        <a:rPr lang="en-AU" sz="1800">
                          <a:effectLst/>
                        </a:rPr>
                        <a:t>15</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Business Direction</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tc>
                  <a:txBody>
                    <a:bodyPr/>
                    <a:lstStyle/>
                    <a:p>
                      <a:pPr marL="0" marR="0" algn="just">
                        <a:spcBef>
                          <a:spcPts val="300"/>
                        </a:spcBef>
                        <a:buNone/>
                      </a:pPr>
                      <a:r>
                        <a:rPr lang="en-AU" sz="1800">
                          <a:effectLst/>
                        </a:rPr>
                        <a:t>Bao gồm các thông tin mô tả chiến lược kinh doanh.</a:t>
                      </a:r>
                      <a:endParaRPr lang="en-GB" sz="1800">
                        <a:effectLst/>
                        <a:latin typeface="Arial" panose="020B0604020202020204" pitchFamily="34" charset="0"/>
                        <a:ea typeface="Times New Roman" panose="02020603050405020304" pitchFamily="18" charset="0"/>
                        <a:cs typeface="Times New Roman" panose="02020603050405020304" pitchFamily="18" charset="0"/>
                      </a:endParaRPr>
                    </a:p>
                  </a:txBody>
                  <a:tcPr marT="54864" marB="54864" anchor="ctr"/>
                </a:tc>
                <a:extLst>
                  <a:ext uri="{0D108BD9-81ED-4DB2-BD59-A6C34878D82A}">
                    <a16:rowId xmlns:a16="http://schemas.microsoft.com/office/drawing/2014/main" val="2370107386"/>
                  </a:ext>
                </a:extLst>
              </a:tr>
            </a:tbl>
          </a:graphicData>
        </a:graphic>
      </p:graphicFrame>
    </p:spTree>
    <p:extLst>
      <p:ext uri="{BB962C8B-B14F-4D97-AF65-F5344CB8AC3E}">
        <p14:creationId xmlns:p14="http://schemas.microsoft.com/office/powerpoint/2010/main" val="92221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3.3</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Nguyên lý thiết kế data model trên EDP</a:t>
            </a:r>
            <a:endParaRPr lang="x-none"/>
          </a:p>
        </p:txBody>
      </p:sp>
      <p:sp>
        <p:nvSpPr>
          <p:cNvPr id="2" name="TextBox 1"/>
          <p:cNvSpPr txBox="1"/>
          <p:nvPr/>
        </p:nvSpPr>
        <p:spPr>
          <a:xfrm>
            <a:off x="1028576" y="1231470"/>
            <a:ext cx="15614321" cy="6654450"/>
          </a:xfrm>
          <a:prstGeom prst="rect">
            <a:avLst/>
          </a:prstGeom>
          <a:noFill/>
        </p:spPr>
        <p:txBody>
          <a:bodyPr wrap="square" rtlCol="0">
            <a:spAutoFit/>
          </a:bodyPr>
          <a:lstStyle/>
          <a:p>
            <a:pPr marL="514350" indent="-514350">
              <a:lnSpc>
                <a:spcPct val="150000"/>
              </a:lnSpc>
              <a:buFont typeface="Wingdings" panose="05000000000000000000" pitchFamily="2" charset="2"/>
              <a:buChar char="Ø"/>
            </a:pPr>
            <a:r>
              <a:rPr lang="en-US" sz="3600"/>
              <a:t>Tổ chức thông tin trên data model theo hướng nghiệp vụ, thành các đối tượng nghiệp vụ. Tham khảo các đối tượng nghiệp vụ trên IBM Nine Data Concept + IBM Knowleged Catalog để thiết kế.</a:t>
            </a:r>
          </a:p>
          <a:p>
            <a:pPr marL="514350" indent="-514350">
              <a:lnSpc>
                <a:spcPct val="150000"/>
              </a:lnSpc>
              <a:buFont typeface="Wingdings" panose="05000000000000000000" pitchFamily="2" charset="2"/>
              <a:buChar char="Ø"/>
            </a:pPr>
            <a:r>
              <a:rPr lang="en-US" sz="3600"/>
              <a:t>Khuyến khích tổ chức các thuộc tính thành cột thay vì lưu trữ dạng dòng, nhờ khả năng lưu trữ rẻ, lưu trữ theo columns của Data-lake và dễ dàng khai thác (các trường thông tin lưu trữ tường minh và không join quá nhiều bảng).</a:t>
            </a:r>
          </a:p>
          <a:p>
            <a:pPr marL="514350" indent="-514350">
              <a:lnSpc>
                <a:spcPct val="150000"/>
              </a:lnSpc>
              <a:buFont typeface="Wingdings" panose="05000000000000000000" pitchFamily="2" charset="2"/>
              <a:buChar char="Ø"/>
            </a:pPr>
            <a:r>
              <a:rPr lang="en-US" sz="3600"/>
              <a:t>Các đối tượng có thể tổ chức theo phân cấp để tránh trùng lặp nhiều thông tin, nhưng không quá hai cấp.</a:t>
            </a:r>
          </a:p>
        </p:txBody>
      </p:sp>
    </p:spTree>
    <p:extLst>
      <p:ext uri="{BB962C8B-B14F-4D97-AF65-F5344CB8AC3E}">
        <p14:creationId xmlns:p14="http://schemas.microsoft.com/office/powerpoint/2010/main" val="3542838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3.3</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Nguyên lý thiết kế data model trên EDP</a:t>
            </a:r>
            <a:endParaRPr lang="x-none"/>
          </a:p>
        </p:txBody>
      </p:sp>
      <p:pic>
        <p:nvPicPr>
          <p:cNvPr id="6" name="Picture 5"/>
          <p:cNvPicPr>
            <a:picLocks noChangeAspect="1"/>
          </p:cNvPicPr>
          <p:nvPr/>
        </p:nvPicPr>
        <p:blipFill>
          <a:blip r:embed="rId3"/>
          <a:stretch>
            <a:fillRect/>
          </a:stretch>
        </p:blipFill>
        <p:spPr>
          <a:xfrm>
            <a:off x="10002984" y="3601859"/>
            <a:ext cx="8058918" cy="2453390"/>
          </a:xfrm>
          <a:prstGeom prst="rect">
            <a:avLst/>
          </a:prstGeom>
        </p:spPr>
      </p:pic>
      <p:sp>
        <p:nvSpPr>
          <p:cNvPr id="7" name="TextBox 6"/>
          <p:cNvSpPr txBox="1"/>
          <p:nvPr/>
        </p:nvSpPr>
        <p:spPr>
          <a:xfrm>
            <a:off x="928516" y="2285834"/>
            <a:ext cx="7518439" cy="3416320"/>
          </a:xfrm>
          <a:prstGeom prst="rect">
            <a:avLst/>
          </a:prstGeom>
          <a:noFill/>
          <a:ln>
            <a:solidFill>
              <a:schemeClr val="tx1">
                <a:lumMod val="65000"/>
                <a:lumOff val="35000"/>
              </a:schemeClr>
            </a:solidFill>
            <a:prstDash val="dash"/>
          </a:ln>
        </p:spPr>
        <p:txBody>
          <a:bodyPr wrap="square" rtlCol="0">
            <a:spAutoFit/>
          </a:bodyPr>
          <a:lstStyle/>
          <a:p>
            <a:r>
              <a:rPr lang="en-US" sz="2400" b="1"/>
              <a:t>Core object Khách hàng</a:t>
            </a:r>
            <a:r>
              <a:rPr lang="en-US" sz="2400"/>
              <a:t>, bao gồm:</a:t>
            </a:r>
          </a:p>
          <a:p>
            <a:pPr marL="428625" indent="-428625">
              <a:buFontTx/>
              <a:buChar char="-"/>
            </a:pPr>
            <a:r>
              <a:rPr lang="en-US" sz="2400"/>
              <a:t>Nhóm thông tin chung (như Tên, ngày mở CIF, người mở, mã số thuế,...)</a:t>
            </a:r>
          </a:p>
          <a:p>
            <a:pPr marL="428625" indent="-428625">
              <a:buFontTx/>
              <a:buChar char="-"/>
            </a:pPr>
            <a:r>
              <a:rPr lang="en-US" sz="2400"/>
              <a:t>Nhóm thông tin nếu là khách hàng tổ chức (ngày thành lập công ty, người đại diện, Số giấy phép kinh doanh,…) </a:t>
            </a:r>
          </a:p>
          <a:p>
            <a:pPr marL="428625" indent="-428625">
              <a:buFontTx/>
              <a:buChar char="-"/>
            </a:pPr>
            <a:r>
              <a:rPr lang="en-US" sz="2400"/>
              <a:t>Nhóm thông tin nếu là khách hàng cá nhân (Tên đệm, ngày sinh, giới tính,…)</a:t>
            </a:r>
          </a:p>
          <a:p>
            <a:pPr marL="428625" indent="-428625">
              <a:buFontTx/>
              <a:buChar char="-"/>
            </a:pPr>
            <a:r>
              <a:rPr lang="en-US" sz="2400"/>
              <a:t>Nhóm thông tin nếu là nhân viên của ngân hàng (ngày vào công ty, chức vụ,…)</a:t>
            </a:r>
          </a:p>
        </p:txBody>
      </p:sp>
      <p:sp>
        <p:nvSpPr>
          <p:cNvPr id="8" name="Pentagon 7"/>
          <p:cNvSpPr/>
          <p:nvPr/>
        </p:nvSpPr>
        <p:spPr>
          <a:xfrm>
            <a:off x="928516" y="9451943"/>
            <a:ext cx="8354030" cy="67919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Core Objects</a:t>
            </a:r>
          </a:p>
        </p:txBody>
      </p:sp>
      <p:sp>
        <p:nvSpPr>
          <p:cNvPr id="9" name="Chevron 8"/>
          <p:cNvSpPr/>
          <p:nvPr/>
        </p:nvSpPr>
        <p:spPr>
          <a:xfrm>
            <a:off x="9282546" y="9479030"/>
            <a:ext cx="8654712" cy="63542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Logic/Physical</a:t>
            </a:r>
          </a:p>
        </p:txBody>
      </p:sp>
      <p:cxnSp>
        <p:nvCxnSpPr>
          <p:cNvPr id="10" name="Elbow Connector 9"/>
          <p:cNvCxnSpPr/>
          <p:nvPr/>
        </p:nvCxnSpPr>
        <p:spPr>
          <a:xfrm>
            <a:off x="8866911" y="3047834"/>
            <a:ext cx="1538286" cy="1473345"/>
          </a:xfrm>
          <a:prstGeom prst="bentConnector3">
            <a:avLst>
              <a:gd name="adj1" fmla="val 100436"/>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p:cNvCxnSpPr/>
          <p:nvPr/>
        </p:nvCxnSpPr>
        <p:spPr>
          <a:xfrm>
            <a:off x="8631384" y="3809834"/>
            <a:ext cx="8931852" cy="611333"/>
          </a:xfrm>
          <a:prstGeom prst="bentConnector3">
            <a:avLst>
              <a:gd name="adj1" fmla="val 99947"/>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p:nvPr/>
        </p:nvCxnSpPr>
        <p:spPr>
          <a:xfrm flipV="1">
            <a:off x="8866911" y="4949806"/>
            <a:ext cx="3867150" cy="384029"/>
          </a:xfrm>
          <a:prstGeom prst="bentConnector3">
            <a:avLst>
              <a:gd name="adj1" fmla="val 99798"/>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flipV="1">
            <a:off x="8866912" y="5001898"/>
            <a:ext cx="6596063" cy="1163210"/>
          </a:xfrm>
          <a:prstGeom prst="bentConnector3">
            <a:avLst>
              <a:gd name="adj1" fmla="val 99990"/>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3711624" y="2285831"/>
            <a:ext cx="4225637" cy="1200329"/>
          </a:xfrm>
          <a:prstGeom prst="rect">
            <a:avLst/>
          </a:prstGeom>
          <a:noFill/>
        </p:spPr>
        <p:txBody>
          <a:bodyPr wrap="square" rtlCol="0">
            <a:spAutoFit/>
          </a:bodyPr>
          <a:lstStyle/>
          <a:p>
            <a:r>
              <a:rPr lang="en-US" b="1"/>
              <a:t>Ghi chú: </a:t>
            </a:r>
          </a:p>
          <a:p>
            <a:r>
              <a:rPr lang="en-US"/>
              <a:t>Involved Party: thể hiện ở mức logic, không tồn tại ở múc vật lý do thông tin đẩy về các bảng con</a:t>
            </a:r>
          </a:p>
        </p:txBody>
      </p:sp>
    </p:spTree>
    <p:extLst>
      <p:ext uri="{BB962C8B-B14F-4D97-AF65-F5344CB8AC3E}">
        <p14:creationId xmlns:p14="http://schemas.microsoft.com/office/powerpoint/2010/main" val="2146309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3.3</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Nguyên lý thiết kế data model trên EDP</a:t>
            </a:r>
            <a:endParaRPr lang="x-none"/>
          </a:p>
        </p:txBody>
      </p:sp>
      <p:sp>
        <p:nvSpPr>
          <p:cNvPr id="6" name="TextBox 5"/>
          <p:cNvSpPr txBox="1"/>
          <p:nvPr/>
        </p:nvSpPr>
        <p:spPr>
          <a:xfrm>
            <a:off x="928515" y="1676401"/>
            <a:ext cx="7910685" cy="5909310"/>
          </a:xfrm>
          <a:prstGeom prst="rect">
            <a:avLst/>
          </a:prstGeom>
          <a:noFill/>
          <a:ln>
            <a:solidFill>
              <a:schemeClr val="tx1">
                <a:lumMod val="65000"/>
                <a:lumOff val="35000"/>
              </a:schemeClr>
            </a:solidFill>
            <a:prstDash val="dash"/>
          </a:ln>
        </p:spPr>
        <p:txBody>
          <a:bodyPr wrap="square" rtlCol="0">
            <a:spAutoFit/>
          </a:bodyPr>
          <a:lstStyle>
            <a:defPPr>
              <a:defRPr lang="en-US"/>
            </a:defPPr>
            <a:lvl1pPr>
              <a:defRPr b="1"/>
            </a:lvl1pPr>
          </a:lstStyle>
          <a:p>
            <a:r>
              <a:rPr lang="en-US" sz="2700"/>
              <a:t>Core object hợp đồng vay</a:t>
            </a:r>
            <a:r>
              <a:rPr lang="en-US" sz="2700" b="0"/>
              <a:t>, bao gồm:</a:t>
            </a:r>
          </a:p>
          <a:p>
            <a:pPr marL="428625" indent="-428625">
              <a:buFontTx/>
              <a:buChar char="-"/>
            </a:pPr>
            <a:r>
              <a:rPr lang="en-US" sz="2700" b="0"/>
              <a:t>Nhóm thông tin chung của một hợp đồng (số hợp đồng, ngày hiệu lực, người tạo, người duyệt, kỳ hạn, lãi suất,…)</a:t>
            </a:r>
          </a:p>
          <a:p>
            <a:pPr marL="428625" indent="-428625">
              <a:buFontTx/>
              <a:buChar char="-"/>
            </a:pPr>
            <a:r>
              <a:rPr lang="en-US" sz="2700" b="0"/>
              <a:t>Nhóm thông tin riêng của hợp đồng vay: ngày giải ngân đầu tiên, chu kỳ trả gốc, chu kỳ  trả lãi,…)</a:t>
            </a:r>
          </a:p>
          <a:p>
            <a:endParaRPr lang="en-US" sz="2700" b="0"/>
          </a:p>
          <a:p>
            <a:r>
              <a:rPr lang="en-US" sz="2700"/>
              <a:t>Core object tài khoản tiết kiệm</a:t>
            </a:r>
            <a:r>
              <a:rPr lang="en-US" sz="2700" b="0"/>
              <a:t>, bao gồm:</a:t>
            </a:r>
          </a:p>
          <a:p>
            <a:pPr marL="428625" indent="-428625">
              <a:buFontTx/>
              <a:buChar char="-"/>
            </a:pPr>
            <a:r>
              <a:rPr lang="en-US" sz="2700" b="0"/>
              <a:t>Nhóm thông tin chung của một hợp đồng (số hợp đồng, ngày hiệu lực, người tạo, người duyệt, kỳ hạn, lại suất,…)</a:t>
            </a:r>
          </a:p>
          <a:p>
            <a:pPr marL="428625" indent="-428625">
              <a:buFontTx/>
              <a:buChar char="-"/>
            </a:pPr>
            <a:r>
              <a:rPr lang="en-US" sz="2700" b="0"/>
              <a:t>Nhóm thông tin riêng của tài khoản tiết kiệm: ngày mở đầu tiên, ngày tái tục, có quay vòng hay không,…)</a:t>
            </a:r>
          </a:p>
        </p:txBody>
      </p:sp>
      <p:pic>
        <p:nvPicPr>
          <p:cNvPr id="2" name="Picture 1"/>
          <p:cNvPicPr>
            <a:picLocks noChangeAspect="1"/>
          </p:cNvPicPr>
          <p:nvPr/>
        </p:nvPicPr>
        <p:blipFill>
          <a:blip r:embed="rId3"/>
          <a:stretch>
            <a:fillRect/>
          </a:stretch>
        </p:blipFill>
        <p:spPr>
          <a:xfrm>
            <a:off x="9762922" y="3158789"/>
            <a:ext cx="7896632" cy="1838420"/>
          </a:xfrm>
          <a:prstGeom prst="rect">
            <a:avLst/>
          </a:prstGeom>
        </p:spPr>
      </p:pic>
      <p:cxnSp>
        <p:nvCxnSpPr>
          <p:cNvPr id="10" name="Elbow Connector 9"/>
          <p:cNvCxnSpPr>
            <a:endCxn id="2" idx="0"/>
          </p:cNvCxnSpPr>
          <p:nvPr/>
        </p:nvCxnSpPr>
        <p:spPr>
          <a:xfrm>
            <a:off x="8839201" y="2386013"/>
            <a:ext cx="4872038" cy="772776"/>
          </a:xfrm>
          <a:prstGeom prst="bentConnector2">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p:nvPr/>
        </p:nvCxnSpPr>
        <p:spPr>
          <a:xfrm flipV="1">
            <a:off x="8386763" y="3714751"/>
            <a:ext cx="5324475" cy="1585913"/>
          </a:xfrm>
          <a:prstGeom prst="bentConnector3">
            <a:avLst>
              <a:gd name="adj1" fmla="val 9991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a:off x="8701088" y="3843338"/>
            <a:ext cx="7200900" cy="428625"/>
          </a:xfrm>
          <a:prstGeom prst="bentConnector3">
            <a:avLst>
              <a:gd name="adj1" fmla="val 10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p:nvPr/>
        </p:nvCxnSpPr>
        <p:spPr>
          <a:xfrm flipV="1">
            <a:off x="8612981" y="4718603"/>
            <a:ext cx="2662238" cy="1627524"/>
          </a:xfrm>
          <a:prstGeom prst="bentConnector3">
            <a:avLst>
              <a:gd name="adj1" fmla="val 9991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7" name="Pentagon 7">
            <a:extLst>
              <a:ext uri="{FF2B5EF4-FFF2-40B4-BE49-F238E27FC236}">
                <a16:creationId xmlns:a16="http://schemas.microsoft.com/office/drawing/2014/main" id="{628F9CE3-D1B9-810B-3D49-99139C9FBC31}"/>
              </a:ext>
            </a:extLst>
          </p:cNvPr>
          <p:cNvSpPr/>
          <p:nvPr/>
        </p:nvSpPr>
        <p:spPr>
          <a:xfrm>
            <a:off x="928516" y="9451943"/>
            <a:ext cx="8354030" cy="67919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Core Objects</a:t>
            </a:r>
          </a:p>
        </p:txBody>
      </p:sp>
      <p:sp>
        <p:nvSpPr>
          <p:cNvPr id="11" name="Chevron 8">
            <a:extLst>
              <a:ext uri="{FF2B5EF4-FFF2-40B4-BE49-F238E27FC236}">
                <a16:creationId xmlns:a16="http://schemas.microsoft.com/office/drawing/2014/main" id="{C872E089-833C-9FCC-7B66-9981EF598516}"/>
              </a:ext>
            </a:extLst>
          </p:cNvPr>
          <p:cNvSpPr/>
          <p:nvPr/>
        </p:nvSpPr>
        <p:spPr>
          <a:xfrm>
            <a:off x="9282546" y="9479030"/>
            <a:ext cx="8654712" cy="63542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Logic/Physical</a:t>
            </a:r>
          </a:p>
        </p:txBody>
      </p:sp>
    </p:spTree>
    <p:extLst>
      <p:ext uri="{BB962C8B-B14F-4D97-AF65-F5344CB8AC3E}">
        <p14:creationId xmlns:p14="http://schemas.microsoft.com/office/powerpoint/2010/main" val="2757399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3.4</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Các loại bảng</a:t>
            </a:r>
            <a:endParaRPr lang="x-none"/>
          </a:p>
        </p:txBody>
      </p:sp>
      <p:sp>
        <p:nvSpPr>
          <p:cNvPr id="6" name="TextBox 5"/>
          <p:cNvSpPr txBox="1"/>
          <p:nvPr/>
        </p:nvSpPr>
        <p:spPr>
          <a:xfrm>
            <a:off x="928514" y="1676401"/>
            <a:ext cx="13895849" cy="8285923"/>
          </a:xfrm>
          <a:prstGeom prst="rect">
            <a:avLst/>
          </a:prstGeom>
          <a:noFill/>
          <a:ln>
            <a:solidFill>
              <a:schemeClr val="tx1">
                <a:lumMod val="65000"/>
                <a:lumOff val="35000"/>
              </a:schemeClr>
            </a:solidFill>
            <a:prstDash val="dash"/>
          </a:ln>
        </p:spPr>
        <p:txBody>
          <a:bodyPr wrap="square" rtlCol="0">
            <a:spAutoFit/>
          </a:bodyPr>
          <a:lstStyle>
            <a:defPPr>
              <a:defRPr lang="en-US"/>
            </a:defPPr>
            <a:lvl1pPr>
              <a:defRPr b="1"/>
            </a:lvl1pPr>
          </a:lstStyle>
          <a:p>
            <a:pPr marL="428625" indent="-428625">
              <a:lnSpc>
                <a:spcPct val="200000"/>
              </a:lnSpc>
              <a:buFont typeface="Wingdings" panose="05000000000000000000" pitchFamily="2" charset="2"/>
              <a:buChar char="q"/>
            </a:pPr>
            <a:r>
              <a:rPr lang="en-US" sz="2700">
                <a:latin typeface="Calibri (Body)"/>
              </a:rPr>
              <a:t>Fundamental: </a:t>
            </a:r>
            <a:r>
              <a:rPr lang="vi-VN" sz="2700" b="0">
                <a:latin typeface="Calibri (Body)"/>
              </a:rPr>
              <a:t>Lưu thông tin của đối tượng nghiệp vụ theo dạng lịch sử (dạng SCD Type 2), có đánh cờ bản ghi mới nhất.</a:t>
            </a:r>
            <a:br>
              <a:rPr lang="en-US" sz="2700" b="0">
                <a:latin typeface="Calibri (Body)"/>
              </a:rPr>
            </a:br>
            <a:r>
              <a:rPr lang="pt-BR" sz="2700" b="0">
                <a:latin typeface="Calibri (Body)"/>
              </a:rPr>
              <a:t>Fundamental lưu tối đa 2 cấp.</a:t>
            </a:r>
            <a:endParaRPr lang="en-US" sz="2700" b="0">
              <a:latin typeface="Calibri (Body)"/>
            </a:endParaRPr>
          </a:p>
          <a:p>
            <a:pPr marL="428625" indent="-428625">
              <a:lnSpc>
                <a:spcPct val="200000"/>
              </a:lnSpc>
              <a:buFont typeface="Wingdings" panose="05000000000000000000" pitchFamily="2" charset="2"/>
              <a:buChar char="q"/>
            </a:pPr>
            <a:r>
              <a:rPr lang="vi-VN" sz="2700">
                <a:latin typeface="Calibri (Body)"/>
              </a:rPr>
              <a:t>Associative</a:t>
            </a:r>
            <a:r>
              <a:rPr lang="en-US" sz="2700">
                <a:latin typeface="Calibri (Body)"/>
              </a:rPr>
              <a:t>/History: </a:t>
            </a:r>
            <a:r>
              <a:rPr lang="vi-VN" sz="2700" b="0">
                <a:latin typeface="Calibri (Body)"/>
              </a:rPr>
              <a:t>Lưu thông tin quan hệ giữa các đối tượng nghiệp vụ theo lịch sử nếu có quan hệ nhiều </a:t>
            </a:r>
            <a:r>
              <a:rPr lang="vi-VN" sz="2700">
                <a:latin typeface="Calibri (Body)"/>
              </a:rPr>
              <a:t>1-n, n-n</a:t>
            </a:r>
            <a:r>
              <a:rPr lang="en-US" sz="2700" b="0">
                <a:latin typeface="Calibri (Body)"/>
              </a:rPr>
              <a:t>, đối tượng nghiệp vụ có nhiều thuộc tính muốn lưu lịch sử riêng (Customer Relationship Profile, ...).</a:t>
            </a:r>
          </a:p>
          <a:p>
            <a:pPr marL="428625" indent="-428625">
              <a:lnSpc>
                <a:spcPct val="200000"/>
              </a:lnSpc>
              <a:buFont typeface="Wingdings" panose="05000000000000000000" pitchFamily="2" charset="2"/>
              <a:buChar char="q"/>
            </a:pPr>
            <a:r>
              <a:rPr lang="fr-FR" sz="2700">
                <a:latin typeface="Calibri (Body)"/>
              </a:rPr>
              <a:t>Classification</a:t>
            </a:r>
            <a:r>
              <a:rPr lang="fr-FR" sz="2700" b="0">
                <a:latin typeface="Calibri (Body)"/>
              </a:rPr>
              <a:t> Entity: Các bảng danh mục</a:t>
            </a:r>
          </a:p>
          <a:p>
            <a:pPr marL="1114425" lvl="1" indent="-428625">
              <a:lnSpc>
                <a:spcPct val="200000"/>
              </a:lnSpc>
              <a:buFont typeface="Wingdings" panose="05000000000000000000" pitchFamily="2" charset="2"/>
              <a:buChar char="q"/>
            </a:pPr>
            <a:r>
              <a:rPr lang="fr-FR" sz="2700">
                <a:latin typeface="Calibri (Body)"/>
              </a:rPr>
              <a:t>Loại danh mục có id để kết nối với fundamental (ví dụ Product, Currency)</a:t>
            </a:r>
          </a:p>
          <a:p>
            <a:pPr marL="1114425" lvl="1" indent="-428625">
              <a:lnSpc>
                <a:spcPct val="200000"/>
              </a:lnSpc>
              <a:buFont typeface="Wingdings" panose="05000000000000000000" pitchFamily="2" charset="2"/>
              <a:buChar char="q"/>
            </a:pPr>
            <a:r>
              <a:rPr lang="fr-FR" sz="2700">
                <a:latin typeface="Calibri (Body)"/>
              </a:rPr>
              <a:t>Loại danh mục ko có id, và trên fundamental chỉ lưu mã code của danh mục (ví dụ: bảng Classfication Value, Channel).</a:t>
            </a:r>
            <a:endParaRPr lang="en-US" sz="2700">
              <a:latin typeface="Calibri (Body)"/>
            </a:endParaRPr>
          </a:p>
        </p:txBody>
      </p:sp>
      <p:pic>
        <p:nvPicPr>
          <p:cNvPr id="7" name="Picture 6"/>
          <p:cNvPicPr/>
          <p:nvPr/>
        </p:nvPicPr>
        <p:blipFill>
          <a:blip r:embed="rId3"/>
          <a:stretch>
            <a:fillRect/>
          </a:stretch>
        </p:blipFill>
        <p:spPr>
          <a:xfrm>
            <a:off x="14824362" y="1818543"/>
            <a:ext cx="1866900" cy="1571625"/>
          </a:xfrm>
          <a:prstGeom prst="rect">
            <a:avLst/>
          </a:prstGeom>
        </p:spPr>
      </p:pic>
      <p:pic>
        <p:nvPicPr>
          <p:cNvPr id="10" name="Picture 9"/>
          <p:cNvPicPr>
            <a:picLocks noChangeAspect="1"/>
          </p:cNvPicPr>
          <p:nvPr/>
        </p:nvPicPr>
        <p:blipFill>
          <a:blip r:embed="rId4"/>
          <a:stretch>
            <a:fillRect/>
          </a:stretch>
        </p:blipFill>
        <p:spPr>
          <a:xfrm>
            <a:off x="14924378" y="7121620"/>
            <a:ext cx="1800318" cy="1124009"/>
          </a:xfrm>
          <a:prstGeom prst="rect">
            <a:avLst/>
          </a:prstGeom>
        </p:spPr>
      </p:pic>
      <p:pic>
        <p:nvPicPr>
          <p:cNvPr id="11" name="Picture 10"/>
          <p:cNvPicPr>
            <a:picLocks noChangeAspect="1"/>
          </p:cNvPicPr>
          <p:nvPr/>
        </p:nvPicPr>
        <p:blipFill>
          <a:blip r:embed="rId5"/>
          <a:stretch>
            <a:fillRect/>
          </a:stretch>
        </p:blipFill>
        <p:spPr>
          <a:xfrm>
            <a:off x="14867227" y="8416054"/>
            <a:ext cx="1886048" cy="723938"/>
          </a:xfrm>
          <a:prstGeom prst="rect">
            <a:avLst/>
          </a:prstGeom>
        </p:spPr>
      </p:pic>
      <p:pic>
        <p:nvPicPr>
          <p:cNvPr id="12" name="Picture 11"/>
          <p:cNvPicPr>
            <a:picLocks noChangeAspect="1"/>
          </p:cNvPicPr>
          <p:nvPr/>
        </p:nvPicPr>
        <p:blipFill>
          <a:blip r:embed="rId6"/>
          <a:stretch>
            <a:fillRect/>
          </a:stretch>
        </p:blipFill>
        <p:spPr>
          <a:xfrm>
            <a:off x="14910092" y="5370850"/>
            <a:ext cx="3181514" cy="609632"/>
          </a:xfrm>
          <a:prstGeom prst="rect">
            <a:avLst/>
          </a:prstGeom>
        </p:spPr>
      </p:pic>
      <p:pic>
        <p:nvPicPr>
          <p:cNvPr id="13" name="Picture 12"/>
          <p:cNvPicPr>
            <a:picLocks noChangeAspect="1"/>
          </p:cNvPicPr>
          <p:nvPr/>
        </p:nvPicPr>
        <p:blipFill>
          <a:blip r:embed="rId7"/>
          <a:stretch>
            <a:fillRect/>
          </a:stretch>
        </p:blipFill>
        <p:spPr>
          <a:xfrm>
            <a:off x="14895802" y="4691427"/>
            <a:ext cx="1828895" cy="571530"/>
          </a:xfrm>
          <a:prstGeom prst="rect">
            <a:avLst/>
          </a:prstGeom>
        </p:spPr>
      </p:pic>
    </p:spTree>
    <p:extLst>
      <p:ext uri="{BB962C8B-B14F-4D97-AF65-F5344CB8AC3E}">
        <p14:creationId xmlns:p14="http://schemas.microsoft.com/office/powerpoint/2010/main" val="2560652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1C4AE-D5AE-0542-AFD5-6A29E2CD79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67420A-46A3-6AFB-559D-5B390440250E}"/>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3.4</a:t>
            </a:r>
            <a:endParaRPr lang="x-none"/>
          </a:p>
        </p:txBody>
      </p:sp>
      <p:cxnSp>
        <p:nvCxnSpPr>
          <p:cNvPr id="4" name="Straight Connector 3">
            <a:extLst>
              <a:ext uri="{FF2B5EF4-FFF2-40B4-BE49-F238E27FC236}">
                <a16:creationId xmlns:a16="http://schemas.microsoft.com/office/drawing/2014/main" id="{A7EE648C-6E24-B48E-1325-8A22B9AF19D8}"/>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662E76-D2DE-EE14-2D9A-A3A2BBBCC5B0}"/>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Các loại bảng</a:t>
            </a:r>
            <a:endParaRPr lang="x-none"/>
          </a:p>
        </p:txBody>
      </p:sp>
      <p:sp>
        <p:nvSpPr>
          <p:cNvPr id="6" name="TextBox 5">
            <a:extLst>
              <a:ext uri="{FF2B5EF4-FFF2-40B4-BE49-F238E27FC236}">
                <a16:creationId xmlns:a16="http://schemas.microsoft.com/office/drawing/2014/main" id="{A2656A84-2531-35C4-20AE-E2BFF75E5756}"/>
              </a:ext>
            </a:extLst>
          </p:cNvPr>
          <p:cNvSpPr txBox="1"/>
          <p:nvPr/>
        </p:nvSpPr>
        <p:spPr>
          <a:xfrm>
            <a:off x="928514" y="1676401"/>
            <a:ext cx="13895849" cy="4130939"/>
          </a:xfrm>
          <a:prstGeom prst="rect">
            <a:avLst/>
          </a:prstGeom>
          <a:noFill/>
          <a:ln>
            <a:solidFill>
              <a:schemeClr val="tx1">
                <a:lumMod val="65000"/>
                <a:lumOff val="35000"/>
              </a:schemeClr>
            </a:solidFill>
            <a:prstDash val="dash"/>
          </a:ln>
        </p:spPr>
        <p:txBody>
          <a:bodyPr wrap="square" rtlCol="0">
            <a:spAutoFit/>
          </a:bodyPr>
          <a:lstStyle>
            <a:defPPr>
              <a:defRPr lang="en-US"/>
            </a:defPPr>
            <a:lvl1pPr>
              <a:defRPr b="1"/>
            </a:lvl1pPr>
          </a:lstStyle>
          <a:p>
            <a:pPr marL="428625" indent="-428625">
              <a:lnSpc>
                <a:spcPct val="200000"/>
              </a:lnSpc>
              <a:buFont typeface="Wingdings" panose="05000000000000000000" pitchFamily="2" charset="2"/>
              <a:buChar char="q"/>
            </a:pPr>
            <a:r>
              <a:rPr lang="en-US" sz="2700">
                <a:latin typeface="Calibri (Body)"/>
              </a:rPr>
              <a:t>Event/ Activity: </a:t>
            </a:r>
            <a:r>
              <a:rPr lang="vi-VN" sz="2700" b="0">
                <a:latin typeface="Calibri (Body)"/>
              </a:rPr>
              <a:t>Lưu </a:t>
            </a:r>
            <a:r>
              <a:rPr lang="en-US" sz="2700" b="0">
                <a:latin typeface="Calibri (Body)"/>
              </a:rPr>
              <a:t>thông tin các giao dịch, sự kiện</a:t>
            </a:r>
            <a:r>
              <a:rPr lang="pt-BR" sz="2700" b="0">
                <a:latin typeface="Calibri (Body)"/>
              </a:rPr>
              <a:t>. Các bảng sự kiện có quan hệ n-1 với bảng Fundamental.</a:t>
            </a:r>
            <a:endParaRPr lang="en-US" sz="2700" b="0">
              <a:latin typeface="Calibri (Body)"/>
            </a:endParaRPr>
          </a:p>
          <a:p>
            <a:pPr marL="428625" indent="-428625">
              <a:lnSpc>
                <a:spcPct val="200000"/>
              </a:lnSpc>
              <a:buFont typeface="Wingdings" panose="05000000000000000000" pitchFamily="2" charset="2"/>
              <a:buChar char="q"/>
            </a:pPr>
            <a:r>
              <a:rPr lang="en-US" sz="2700">
                <a:latin typeface="Calibri (Body)"/>
              </a:rPr>
              <a:t>Snapshot: </a:t>
            </a:r>
            <a:r>
              <a:rPr lang="vi-VN" sz="2700" b="0">
                <a:latin typeface="Calibri (Body)"/>
              </a:rPr>
              <a:t>dạng lưu các loại số dư tài khoản theo ngày, các thông tin thay đổi thường xuyên và cần lưu lại theo </a:t>
            </a:r>
            <a:r>
              <a:rPr lang="en-US" sz="2700" b="0">
                <a:latin typeface="Calibri (Body)"/>
              </a:rPr>
              <a:t>định kỳ (ngày, tháng, năm). Các bảng Snapshot có quan hệ n-1 với bảng Fundamental.</a:t>
            </a:r>
          </a:p>
        </p:txBody>
      </p:sp>
      <p:pic>
        <p:nvPicPr>
          <p:cNvPr id="2" name="Picture 1">
            <a:extLst>
              <a:ext uri="{FF2B5EF4-FFF2-40B4-BE49-F238E27FC236}">
                <a16:creationId xmlns:a16="http://schemas.microsoft.com/office/drawing/2014/main" id="{88CEB8B3-C96C-45A4-D23C-4382429EDDDC}"/>
              </a:ext>
            </a:extLst>
          </p:cNvPr>
          <p:cNvPicPr>
            <a:picLocks noChangeAspect="1"/>
          </p:cNvPicPr>
          <p:nvPr/>
        </p:nvPicPr>
        <p:blipFill>
          <a:blip r:embed="rId3"/>
          <a:stretch>
            <a:fillRect/>
          </a:stretch>
        </p:blipFill>
        <p:spPr>
          <a:xfrm>
            <a:off x="15228081" y="1933886"/>
            <a:ext cx="2359810" cy="614441"/>
          </a:xfrm>
          <a:prstGeom prst="rect">
            <a:avLst/>
          </a:prstGeom>
        </p:spPr>
      </p:pic>
      <p:pic>
        <p:nvPicPr>
          <p:cNvPr id="8" name="Picture 7">
            <a:extLst>
              <a:ext uri="{FF2B5EF4-FFF2-40B4-BE49-F238E27FC236}">
                <a16:creationId xmlns:a16="http://schemas.microsoft.com/office/drawing/2014/main" id="{DE91BC17-A621-7C38-AE2A-5B1E83E15C6B}"/>
              </a:ext>
            </a:extLst>
          </p:cNvPr>
          <p:cNvPicPr>
            <a:picLocks noChangeAspect="1"/>
          </p:cNvPicPr>
          <p:nvPr/>
        </p:nvPicPr>
        <p:blipFill>
          <a:blip r:embed="rId4"/>
          <a:stretch>
            <a:fillRect/>
          </a:stretch>
        </p:blipFill>
        <p:spPr>
          <a:xfrm>
            <a:off x="15108160" y="3735646"/>
            <a:ext cx="2691977" cy="713645"/>
          </a:xfrm>
          <a:prstGeom prst="rect">
            <a:avLst/>
          </a:prstGeom>
        </p:spPr>
      </p:pic>
    </p:spTree>
    <p:extLst>
      <p:ext uri="{BB962C8B-B14F-4D97-AF65-F5344CB8AC3E}">
        <p14:creationId xmlns:p14="http://schemas.microsoft.com/office/powerpoint/2010/main" val="1555619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3.5</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Nguyên tắc đặt tên đối tượng/ thông tin trên Data Model</a:t>
            </a:r>
            <a:endParaRPr lang="x-none"/>
          </a:p>
        </p:txBody>
      </p:sp>
      <p:sp>
        <p:nvSpPr>
          <p:cNvPr id="2" name="Rectangle 1"/>
          <p:cNvSpPr/>
          <p:nvPr/>
        </p:nvSpPr>
        <p:spPr>
          <a:xfrm>
            <a:off x="1126671" y="1393590"/>
            <a:ext cx="17047029" cy="7485447"/>
          </a:xfrm>
          <a:prstGeom prst="rect">
            <a:avLst/>
          </a:prstGeom>
          <a:noFill/>
        </p:spPr>
        <p:txBody>
          <a:bodyPr wrap="square" rtlCol="0">
            <a:spAutoFit/>
          </a:bodyPr>
          <a:lstStyle/>
          <a:p>
            <a:pPr>
              <a:lnSpc>
                <a:spcPct val="150000"/>
              </a:lnSpc>
            </a:pPr>
            <a:r>
              <a:rPr lang="en-AU" sz="3600"/>
              <a:t>Khi một đối tượng, thông tin (thuộc tính/chỉ tiêu, thuật ngữ,…) được đưa vào tổ chức trên EDP, cách thức đặt tên tiếng Anh để đảm bảo phù hợp với ngôn ngữ nghiệp vụ cũng như vận dụng tối đa theo bộ IBM Core Vocabulary trên IBM Knowledge Catalog Accelerator như sau:</a:t>
            </a:r>
            <a:endParaRPr lang="en-US" sz="3600"/>
          </a:p>
          <a:p>
            <a:pPr marL="514350" indent="-514350">
              <a:lnSpc>
                <a:spcPct val="150000"/>
              </a:lnSpc>
              <a:buFont typeface="Wingdings" panose="05000000000000000000" pitchFamily="2" charset="2"/>
              <a:buChar char="Ø"/>
            </a:pPr>
            <a:r>
              <a:rPr lang="en-US" sz="3600"/>
              <a:t>Bước 1: Tìm trường có ý nghĩa tương ứng IBM Knowledge Catalog Accelerator </a:t>
            </a:r>
          </a:p>
          <a:p>
            <a:pPr marL="514350" indent="-514350">
              <a:lnSpc>
                <a:spcPct val="150000"/>
              </a:lnSpc>
              <a:buFont typeface="Wingdings" panose="05000000000000000000" pitchFamily="2" charset="2"/>
              <a:buChar char="Ø"/>
            </a:pPr>
            <a:r>
              <a:rPr lang="en-US" sz="3600"/>
              <a:t>Bước 2: Nếu không có ở bước 1, tìm trường có ý nghĩa tương ứng trên M1 tool (bộ từ vựng trên Banking Data Model 9 Concept)</a:t>
            </a:r>
          </a:p>
          <a:p>
            <a:pPr marL="514350" indent="-514350">
              <a:lnSpc>
                <a:spcPct val="150000"/>
              </a:lnSpc>
              <a:buFont typeface="Wingdings" panose="05000000000000000000" pitchFamily="2" charset="2"/>
              <a:buChar char="Ø"/>
            </a:pPr>
            <a:r>
              <a:rPr lang="en-US" sz="3600"/>
              <a:t>Bước 3: Nếu không có ở bước 2, chuyển từ ý nghĩa tên trường bằng tiếng Việt sang tiếng Anh và dựa trên kinh nghiệm về thuật ngữ chuyên ngành.</a:t>
            </a:r>
          </a:p>
        </p:txBody>
      </p:sp>
    </p:spTree>
    <p:extLst>
      <p:ext uri="{BB962C8B-B14F-4D97-AF65-F5344CB8AC3E}">
        <p14:creationId xmlns:p14="http://schemas.microsoft.com/office/powerpoint/2010/main" val="1171851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28</a:t>
            </a:fld>
            <a:endParaRPr lang="en-US"/>
          </a:p>
        </p:txBody>
      </p:sp>
      <p:sp>
        <p:nvSpPr>
          <p:cNvPr id="3" name="TextBox 2">
            <a:extLst>
              <a:ext uri="{FF2B5EF4-FFF2-40B4-BE49-F238E27FC236}">
                <a16:creationId xmlns:a16="http://schemas.microsoft.com/office/drawing/2014/main" id="{E176B818-82A8-2D2C-EECC-88462B4385C9}"/>
              </a:ext>
            </a:extLst>
          </p:cNvPr>
          <p:cNvSpPr txBox="1"/>
          <p:nvPr/>
        </p:nvSpPr>
        <p:spPr>
          <a:xfrm>
            <a:off x="1170092" y="3930315"/>
            <a:ext cx="15757460" cy="923330"/>
          </a:xfrm>
          <a:prstGeom prst="rect">
            <a:avLst/>
          </a:prstGeom>
          <a:noFill/>
        </p:spPr>
        <p:txBody>
          <a:bodyPr wrap="square" rtlCol="0">
            <a:spAutoFit/>
          </a:bodyPr>
          <a:lstStyle/>
          <a:p>
            <a:pPr algn="ctr"/>
            <a:r>
              <a:rPr lang="en-US" sz="5400" b="1">
                <a:solidFill>
                  <a:schemeClr val="accent3">
                    <a:lumMod val="75000"/>
                  </a:schemeClr>
                </a:solidFill>
                <a:latin typeface="Arial" panose="020B0604020202020204" pitchFamily="34" charset="0"/>
                <a:cs typeface="Arial" panose="020B0604020202020204" pitchFamily="34" charset="0"/>
              </a:rPr>
              <a:t>4. Áp dụng triển khai thực tế (Minh họa)</a:t>
            </a:r>
            <a:endParaRPr lang="x-none" sz="5400" b="1">
              <a:solidFill>
                <a:schemeClr val="accent3">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3993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p:cNvSpPr/>
          <p:nvPr/>
        </p:nvSpPr>
        <p:spPr>
          <a:xfrm>
            <a:off x="8368138" y="3083647"/>
            <a:ext cx="9407244" cy="55061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4.1</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Các bước thực hiện thiết kế</a:t>
            </a:r>
            <a:endParaRPr lang="x-none"/>
          </a:p>
        </p:txBody>
      </p:sp>
      <p:sp>
        <p:nvSpPr>
          <p:cNvPr id="6" name="Rectangle 5">
            <a:extLst>
              <a:ext uri="{FF2B5EF4-FFF2-40B4-BE49-F238E27FC236}">
                <a16:creationId xmlns:a16="http://schemas.microsoft.com/office/drawing/2014/main" id="{3D923558-F3F7-E87E-55FF-F0778A8C50C1}"/>
              </a:ext>
            </a:extLst>
          </p:cNvPr>
          <p:cNvSpPr/>
          <p:nvPr/>
        </p:nvSpPr>
        <p:spPr>
          <a:xfrm>
            <a:off x="2301936" y="1961039"/>
            <a:ext cx="2180121" cy="1084724"/>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rPr>
              <a:t>Nhận yêu cầu thiết kế</a:t>
            </a:r>
            <a:endParaRPr lang="en-US" sz="2100">
              <a:solidFill>
                <a:schemeClr val="tx1"/>
              </a:solidFill>
              <a:ea typeface="Calibri"/>
              <a:cs typeface="Calibri"/>
            </a:endParaRPr>
          </a:p>
        </p:txBody>
      </p:sp>
      <p:sp>
        <p:nvSpPr>
          <p:cNvPr id="7" name="Oval 6">
            <a:extLst>
              <a:ext uri="{FF2B5EF4-FFF2-40B4-BE49-F238E27FC236}">
                <a16:creationId xmlns:a16="http://schemas.microsoft.com/office/drawing/2014/main" id="{B8EA0E17-3460-42EB-8804-8F48A9C293D1}"/>
              </a:ext>
            </a:extLst>
          </p:cNvPr>
          <p:cNvSpPr/>
          <p:nvPr/>
        </p:nvSpPr>
        <p:spPr>
          <a:xfrm>
            <a:off x="491510" y="1943537"/>
            <a:ext cx="1254509" cy="1133088"/>
          </a:xfrm>
          <a:prstGeom prst="ellipse">
            <a:avLst/>
          </a:prstGeom>
          <a:solidFill>
            <a:schemeClr val="bg2">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a:solidFill>
                  <a:schemeClr val="tx1"/>
                </a:solidFill>
              </a:rPr>
              <a:t>Start</a:t>
            </a:r>
          </a:p>
        </p:txBody>
      </p:sp>
      <p:sp>
        <p:nvSpPr>
          <p:cNvPr id="8" name="Rectangle 7">
            <a:extLst>
              <a:ext uri="{FF2B5EF4-FFF2-40B4-BE49-F238E27FC236}">
                <a16:creationId xmlns:a16="http://schemas.microsoft.com/office/drawing/2014/main" id="{1EE0732E-ECD1-5ED9-87FB-E0E380D4E42E}"/>
              </a:ext>
            </a:extLst>
          </p:cNvPr>
          <p:cNvSpPr/>
          <p:nvPr/>
        </p:nvSpPr>
        <p:spPr>
          <a:xfrm>
            <a:off x="9085915" y="3297380"/>
            <a:ext cx="3137232" cy="962388"/>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rPr>
              <a:t>Thiết kế ở mức đối tượng</a:t>
            </a:r>
            <a:endParaRPr lang="en-US" sz="2100">
              <a:solidFill>
                <a:schemeClr val="tx1"/>
              </a:solidFill>
              <a:ea typeface="Calibri"/>
              <a:cs typeface="Calibri"/>
            </a:endParaRPr>
          </a:p>
        </p:txBody>
      </p:sp>
      <p:sp>
        <p:nvSpPr>
          <p:cNvPr id="9" name="Rectangle 8">
            <a:extLst>
              <a:ext uri="{FF2B5EF4-FFF2-40B4-BE49-F238E27FC236}">
                <a16:creationId xmlns:a16="http://schemas.microsoft.com/office/drawing/2014/main" id="{2F1B874B-CE62-E6BD-9333-D4BB2400D710}"/>
              </a:ext>
            </a:extLst>
          </p:cNvPr>
          <p:cNvSpPr/>
          <p:nvPr/>
        </p:nvSpPr>
        <p:spPr>
          <a:xfrm>
            <a:off x="9091362" y="5052917"/>
            <a:ext cx="3137232" cy="962046"/>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ea typeface="Calibri"/>
                <a:cs typeface="Calibri"/>
              </a:rPr>
              <a:t>Thiết kế ở mức thuộc tính</a:t>
            </a:r>
          </a:p>
        </p:txBody>
      </p:sp>
      <p:cxnSp>
        <p:nvCxnSpPr>
          <p:cNvPr id="11" name="Straight Arrow Connector 10">
            <a:extLst>
              <a:ext uri="{FF2B5EF4-FFF2-40B4-BE49-F238E27FC236}">
                <a16:creationId xmlns:a16="http://schemas.microsoft.com/office/drawing/2014/main" id="{A00F63D2-CD3B-26CB-8EA4-E7566A884EDD}"/>
              </a:ext>
            </a:extLst>
          </p:cNvPr>
          <p:cNvCxnSpPr>
            <a:stCxn id="7" idx="6"/>
            <a:endCxn id="6" idx="1"/>
          </p:cNvCxnSpPr>
          <p:nvPr/>
        </p:nvCxnSpPr>
        <p:spPr>
          <a:xfrm flipV="1">
            <a:off x="1746018" y="2503402"/>
            <a:ext cx="555918" cy="668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DB70AE16-5E04-D873-B14B-BEC3CB44E253}"/>
              </a:ext>
            </a:extLst>
          </p:cNvPr>
          <p:cNvCxnSpPr>
            <a:cxnSpLocks/>
            <a:stCxn id="8" idx="2"/>
            <a:endCxn id="9" idx="0"/>
          </p:cNvCxnSpPr>
          <p:nvPr/>
        </p:nvCxnSpPr>
        <p:spPr>
          <a:xfrm>
            <a:off x="10654532" y="4259768"/>
            <a:ext cx="5447" cy="79314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Rectangle 16">
            <a:extLst>
              <a:ext uri="{FF2B5EF4-FFF2-40B4-BE49-F238E27FC236}">
                <a16:creationId xmlns:a16="http://schemas.microsoft.com/office/drawing/2014/main" id="{3D923558-F3F7-E87E-55FF-F0778A8C50C1}"/>
              </a:ext>
            </a:extLst>
          </p:cNvPr>
          <p:cNvSpPr/>
          <p:nvPr/>
        </p:nvSpPr>
        <p:spPr>
          <a:xfrm>
            <a:off x="5060355" y="1961039"/>
            <a:ext cx="2180121" cy="1084724"/>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rPr>
              <a:t>Khảo sát để hiểu yêu cầu dữ liệu cần thiết kế</a:t>
            </a:r>
            <a:endParaRPr lang="en-US" sz="2100">
              <a:solidFill>
                <a:schemeClr val="tx1"/>
              </a:solidFill>
              <a:ea typeface="Calibri"/>
              <a:cs typeface="Calibri"/>
            </a:endParaRPr>
          </a:p>
        </p:txBody>
      </p:sp>
      <p:cxnSp>
        <p:nvCxnSpPr>
          <p:cNvPr id="20" name="Straight Arrow Connector 19">
            <a:extLst>
              <a:ext uri="{FF2B5EF4-FFF2-40B4-BE49-F238E27FC236}">
                <a16:creationId xmlns:a16="http://schemas.microsoft.com/office/drawing/2014/main" id="{A00F63D2-CD3B-26CB-8EA4-E7566A884EDD}"/>
              </a:ext>
            </a:extLst>
          </p:cNvPr>
          <p:cNvCxnSpPr>
            <a:stCxn id="6" idx="3"/>
            <a:endCxn id="17" idx="1"/>
          </p:cNvCxnSpPr>
          <p:nvPr/>
        </p:nvCxnSpPr>
        <p:spPr>
          <a:xfrm>
            <a:off x="4482057" y="2503401"/>
            <a:ext cx="57829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8" name="Rectangle 77">
            <a:extLst>
              <a:ext uri="{FF2B5EF4-FFF2-40B4-BE49-F238E27FC236}">
                <a16:creationId xmlns:a16="http://schemas.microsoft.com/office/drawing/2014/main" id="{1EE0732E-ECD1-5ED9-87FB-E0E380D4E42E}"/>
              </a:ext>
            </a:extLst>
          </p:cNvPr>
          <p:cNvSpPr/>
          <p:nvPr/>
        </p:nvSpPr>
        <p:spPr>
          <a:xfrm>
            <a:off x="14149243" y="3282961"/>
            <a:ext cx="2652552" cy="959192"/>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rPr>
              <a:t>Đánh giá cơ chế lưu trữ SCD</a:t>
            </a:r>
            <a:endParaRPr lang="en-US" sz="2100">
              <a:solidFill>
                <a:schemeClr val="tx1"/>
              </a:solidFill>
              <a:ea typeface="Calibri"/>
              <a:cs typeface="Calibri"/>
            </a:endParaRPr>
          </a:p>
        </p:txBody>
      </p:sp>
      <p:cxnSp>
        <p:nvCxnSpPr>
          <p:cNvPr id="79" name="Straight Arrow Connector 78">
            <a:extLst>
              <a:ext uri="{FF2B5EF4-FFF2-40B4-BE49-F238E27FC236}">
                <a16:creationId xmlns:a16="http://schemas.microsoft.com/office/drawing/2014/main" id="{DB70AE16-5E04-D873-B14B-BEC3CB44E253}"/>
              </a:ext>
            </a:extLst>
          </p:cNvPr>
          <p:cNvCxnSpPr>
            <a:cxnSpLocks/>
            <a:stCxn id="8" idx="3"/>
            <a:endCxn id="78" idx="1"/>
          </p:cNvCxnSpPr>
          <p:nvPr/>
        </p:nvCxnSpPr>
        <p:spPr>
          <a:xfrm flipV="1">
            <a:off x="12223147" y="3762557"/>
            <a:ext cx="1926096" cy="160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7" name="Rectangle 96">
            <a:extLst>
              <a:ext uri="{FF2B5EF4-FFF2-40B4-BE49-F238E27FC236}">
                <a16:creationId xmlns:a16="http://schemas.microsoft.com/office/drawing/2014/main" id="{2F1B874B-CE62-E6BD-9333-D4BB2400D710}"/>
              </a:ext>
            </a:extLst>
          </p:cNvPr>
          <p:cNvSpPr/>
          <p:nvPr/>
        </p:nvSpPr>
        <p:spPr>
          <a:xfrm>
            <a:off x="9085915" y="6738913"/>
            <a:ext cx="3137232" cy="962046"/>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100">
                <a:solidFill>
                  <a:schemeClr val="tx1"/>
                </a:solidFill>
                <a:ea typeface="Calibri"/>
                <a:cs typeface="Calibri"/>
              </a:rPr>
              <a:t>Chuyển sang thiết kế physical</a:t>
            </a:r>
          </a:p>
        </p:txBody>
      </p:sp>
      <p:sp>
        <p:nvSpPr>
          <p:cNvPr id="99" name="TextBox 98"/>
          <p:cNvSpPr txBox="1"/>
          <p:nvPr/>
        </p:nvSpPr>
        <p:spPr>
          <a:xfrm>
            <a:off x="12723081" y="6360942"/>
            <a:ext cx="4622810" cy="1384995"/>
          </a:xfrm>
          <a:prstGeom prst="rect">
            <a:avLst/>
          </a:prstGeom>
          <a:noFill/>
          <a:ln>
            <a:solidFill>
              <a:schemeClr val="tx1"/>
            </a:solidFill>
            <a:prstDash val="lgDash"/>
          </a:ln>
        </p:spPr>
        <p:txBody>
          <a:bodyPr wrap="square" rtlCol="0">
            <a:spAutoFit/>
          </a:bodyPr>
          <a:lstStyle/>
          <a:p>
            <a:pPr marL="428625" indent="-428625">
              <a:buFontTx/>
              <a:buChar char="-"/>
            </a:pPr>
            <a:r>
              <a:rPr lang="en-US" sz="2100"/>
              <a:t>Sử dụng công cụ FSS TransformName.xlsx để convert tên logical thành physical.</a:t>
            </a:r>
          </a:p>
          <a:p>
            <a:pPr marL="428625" indent="-428625">
              <a:buFontTx/>
              <a:buChar char="-"/>
            </a:pPr>
            <a:r>
              <a:rPr lang="en-US" sz="2100"/>
              <a:t>Thiết kế partition.</a:t>
            </a:r>
          </a:p>
        </p:txBody>
      </p:sp>
      <p:cxnSp>
        <p:nvCxnSpPr>
          <p:cNvPr id="100" name="Straight Arrow Connector 99">
            <a:extLst>
              <a:ext uri="{FF2B5EF4-FFF2-40B4-BE49-F238E27FC236}">
                <a16:creationId xmlns:a16="http://schemas.microsoft.com/office/drawing/2014/main" id="{DB70AE16-5E04-D873-B14B-BEC3CB44E253}"/>
              </a:ext>
            </a:extLst>
          </p:cNvPr>
          <p:cNvCxnSpPr>
            <a:cxnSpLocks/>
            <a:stCxn id="99" idx="1"/>
            <a:endCxn id="97" idx="3"/>
          </p:cNvCxnSpPr>
          <p:nvPr/>
        </p:nvCxnSpPr>
        <p:spPr>
          <a:xfrm flipH="1">
            <a:off x="12223147" y="7053440"/>
            <a:ext cx="499934" cy="166496"/>
          </a:xfrm>
          <a:prstGeom prst="straightConnector1">
            <a:avLst/>
          </a:prstGeom>
          <a:ln>
            <a:prstDash val="sysDot"/>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DB70AE16-5E04-D873-B14B-BEC3CB44E253}"/>
              </a:ext>
            </a:extLst>
          </p:cNvPr>
          <p:cNvCxnSpPr>
            <a:cxnSpLocks/>
            <a:stCxn id="9" idx="2"/>
            <a:endCxn id="97" idx="0"/>
          </p:cNvCxnSpPr>
          <p:nvPr/>
        </p:nvCxnSpPr>
        <p:spPr>
          <a:xfrm flipH="1">
            <a:off x="10654532" y="6014964"/>
            <a:ext cx="5447" cy="7239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9" name="TextBox 108"/>
          <p:cNvSpPr txBox="1"/>
          <p:nvPr/>
        </p:nvSpPr>
        <p:spPr>
          <a:xfrm>
            <a:off x="12759027" y="4583803"/>
            <a:ext cx="4586864" cy="1061829"/>
          </a:xfrm>
          <a:prstGeom prst="rect">
            <a:avLst/>
          </a:prstGeom>
          <a:noFill/>
          <a:ln>
            <a:solidFill>
              <a:schemeClr val="tx1"/>
            </a:solidFill>
            <a:prstDash val="lgDash"/>
          </a:ln>
        </p:spPr>
        <p:txBody>
          <a:bodyPr wrap="square" rtlCol="0">
            <a:spAutoFit/>
          </a:bodyPr>
          <a:lstStyle/>
          <a:p>
            <a:pPr marL="428625" indent="-428625">
              <a:buFontTx/>
              <a:buChar char="-"/>
            </a:pPr>
            <a:r>
              <a:rPr lang="en-US" sz="2100"/>
              <a:t>Tham khảo IBM Nine Data Concept</a:t>
            </a:r>
          </a:p>
          <a:p>
            <a:pPr marL="428625" indent="-428625">
              <a:buFontTx/>
              <a:buChar char="-"/>
            </a:pPr>
            <a:r>
              <a:rPr lang="en-US" sz="2100"/>
              <a:t>Tham khảo IBM IKC</a:t>
            </a:r>
          </a:p>
          <a:p>
            <a:pPr marL="428625" indent="-428625">
              <a:buFontTx/>
              <a:buChar char="-"/>
            </a:pPr>
            <a:r>
              <a:rPr lang="en-US" sz="2100"/>
              <a:t>Kinh nghiệm</a:t>
            </a:r>
          </a:p>
        </p:txBody>
      </p:sp>
      <p:cxnSp>
        <p:nvCxnSpPr>
          <p:cNvPr id="118" name="Straight Arrow Connector 117">
            <a:extLst>
              <a:ext uri="{FF2B5EF4-FFF2-40B4-BE49-F238E27FC236}">
                <a16:creationId xmlns:a16="http://schemas.microsoft.com/office/drawing/2014/main" id="{DB70AE16-5E04-D873-B14B-BEC3CB44E253}"/>
              </a:ext>
            </a:extLst>
          </p:cNvPr>
          <p:cNvCxnSpPr>
            <a:cxnSpLocks/>
            <a:stCxn id="109" idx="1"/>
          </p:cNvCxnSpPr>
          <p:nvPr/>
        </p:nvCxnSpPr>
        <p:spPr>
          <a:xfrm flipH="1" flipV="1">
            <a:off x="12193439" y="4073392"/>
            <a:ext cx="565588" cy="1041326"/>
          </a:xfrm>
          <a:prstGeom prst="straightConnector1">
            <a:avLst/>
          </a:prstGeom>
          <a:ln>
            <a:prstDash val="sysDot"/>
            <a:tailEnd type="triangle"/>
          </a:ln>
        </p:spPr>
        <p:style>
          <a:lnRef idx="3">
            <a:schemeClr val="accent1"/>
          </a:lnRef>
          <a:fillRef idx="0">
            <a:schemeClr val="accent1"/>
          </a:fillRef>
          <a:effectRef idx="2">
            <a:schemeClr val="accent1"/>
          </a:effectRef>
          <a:fontRef idx="minor">
            <a:schemeClr val="tx1"/>
          </a:fontRef>
        </p:style>
      </p:cxnSp>
      <p:cxnSp>
        <p:nvCxnSpPr>
          <p:cNvPr id="122" name="Straight Arrow Connector 121">
            <a:extLst>
              <a:ext uri="{FF2B5EF4-FFF2-40B4-BE49-F238E27FC236}">
                <a16:creationId xmlns:a16="http://schemas.microsoft.com/office/drawing/2014/main" id="{DB70AE16-5E04-D873-B14B-BEC3CB44E253}"/>
              </a:ext>
            </a:extLst>
          </p:cNvPr>
          <p:cNvCxnSpPr>
            <a:cxnSpLocks/>
            <a:endCxn id="9" idx="3"/>
          </p:cNvCxnSpPr>
          <p:nvPr/>
        </p:nvCxnSpPr>
        <p:spPr>
          <a:xfrm flipH="1">
            <a:off x="12228594" y="5217065"/>
            <a:ext cx="489872" cy="316875"/>
          </a:xfrm>
          <a:prstGeom prst="straightConnector1">
            <a:avLst/>
          </a:prstGeom>
          <a:ln>
            <a:prstDash val="sysDot"/>
            <a:tailEnd type="triangle"/>
          </a:ln>
        </p:spPr>
        <p:style>
          <a:lnRef idx="3">
            <a:schemeClr val="accent1"/>
          </a:lnRef>
          <a:fillRef idx="0">
            <a:schemeClr val="accent1"/>
          </a:fillRef>
          <a:effectRef idx="2">
            <a:schemeClr val="accent1"/>
          </a:effectRef>
          <a:fontRef idx="minor">
            <a:schemeClr val="tx1"/>
          </a:fontRef>
        </p:style>
      </p:cxnSp>
      <p:cxnSp>
        <p:nvCxnSpPr>
          <p:cNvPr id="18" name="Connector: Elbow 17">
            <a:extLst>
              <a:ext uri="{FF2B5EF4-FFF2-40B4-BE49-F238E27FC236}">
                <a16:creationId xmlns:a16="http://schemas.microsoft.com/office/drawing/2014/main" id="{0F162894-2F5F-FE57-5CE9-D906D891B1D0}"/>
              </a:ext>
            </a:extLst>
          </p:cNvPr>
          <p:cNvCxnSpPr>
            <a:stCxn id="17" idx="3"/>
            <a:endCxn id="8" idx="0"/>
          </p:cNvCxnSpPr>
          <p:nvPr/>
        </p:nvCxnSpPr>
        <p:spPr>
          <a:xfrm>
            <a:off x="7240476" y="2503401"/>
            <a:ext cx="3414055" cy="793979"/>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4973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30</a:t>
            </a:fld>
            <a:endParaRPr lang="en-US"/>
          </a:p>
        </p:txBody>
      </p:sp>
      <p:sp>
        <p:nvSpPr>
          <p:cNvPr id="4" name="TextBox 3">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4.2</a:t>
            </a:r>
            <a:endParaRPr lang="x-none"/>
          </a:p>
        </p:txBody>
      </p:sp>
      <p:cxnSp>
        <p:nvCxnSpPr>
          <p:cNvPr id="5" name="Straight Connector 4">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176B818-82A8-2D2C-EECC-88462B4385C9}"/>
              </a:ext>
            </a:extLst>
          </p:cNvPr>
          <p:cNvSpPr txBox="1"/>
          <p:nvPr/>
        </p:nvSpPr>
        <p:spPr>
          <a:xfrm>
            <a:off x="1513953" y="200231"/>
            <a:ext cx="15416301"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Template thiết kế mức đối tượng / mức chi tiết</a:t>
            </a:r>
            <a:endParaRPr lang="x-none"/>
          </a:p>
        </p:txBody>
      </p:sp>
      <p:pic>
        <p:nvPicPr>
          <p:cNvPr id="13" name="Picture 12">
            <a:extLst>
              <a:ext uri="{FF2B5EF4-FFF2-40B4-BE49-F238E27FC236}">
                <a16:creationId xmlns:a16="http://schemas.microsoft.com/office/drawing/2014/main" id="{4735BA0B-3B10-C5F5-F115-7B25B3CBBCF3}"/>
              </a:ext>
            </a:extLst>
          </p:cNvPr>
          <p:cNvPicPr>
            <a:picLocks noChangeAspect="1"/>
          </p:cNvPicPr>
          <p:nvPr/>
        </p:nvPicPr>
        <p:blipFill>
          <a:blip r:embed="rId2"/>
          <a:stretch>
            <a:fillRect/>
          </a:stretch>
        </p:blipFill>
        <p:spPr>
          <a:xfrm>
            <a:off x="269419" y="1564026"/>
            <a:ext cx="17749162" cy="3473629"/>
          </a:xfrm>
          <a:prstGeom prst="rect">
            <a:avLst/>
          </a:prstGeom>
        </p:spPr>
      </p:pic>
      <p:pic>
        <p:nvPicPr>
          <p:cNvPr id="17" name="Picture 16">
            <a:extLst>
              <a:ext uri="{FF2B5EF4-FFF2-40B4-BE49-F238E27FC236}">
                <a16:creationId xmlns:a16="http://schemas.microsoft.com/office/drawing/2014/main" id="{0C261AB7-9AE1-04EA-528B-2A6D679137CC}"/>
              </a:ext>
            </a:extLst>
          </p:cNvPr>
          <p:cNvPicPr>
            <a:picLocks noChangeAspect="1"/>
          </p:cNvPicPr>
          <p:nvPr/>
        </p:nvPicPr>
        <p:blipFill>
          <a:blip r:embed="rId3"/>
          <a:stretch>
            <a:fillRect/>
          </a:stretch>
        </p:blipFill>
        <p:spPr>
          <a:xfrm>
            <a:off x="997285" y="6101113"/>
            <a:ext cx="15932969" cy="3238666"/>
          </a:xfrm>
          <a:prstGeom prst="rect">
            <a:avLst/>
          </a:prstGeom>
        </p:spPr>
      </p:pic>
    </p:spTree>
    <p:extLst>
      <p:ext uri="{BB962C8B-B14F-4D97-AF65-F5344CB8AC3E}">
        <p14:creationId xmlns:p14="http://schemas.microsoft.com/office/powerpoint/2010/main" val="2493084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31</a:t>
            </a:fld>
            <a:endParaRPr lang="en-US"/>
          </a:p>
        </p:txBody>
      </p:sp>
      <p:sp>
        <p:nvSpPr>
          <p:cNvPr id="5" name="TextBox 4">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4.3</a:t>
            </a:r>
            <a:endParaRPr lang="x-none"/>
          </a:p>
        </p:txBody>
      </p:sp>
      <p:cxnSp>
        <p:nvCxnSpPr>
          <p:cNvPr id="6" name="Straight Connector 5">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176B818-82A8-2D2C-EECC-88462B4385C9}"/>
              </a:ext>
            </a:extLst>
          </p:cNvPr>
          <p:cNvSpPr txBox="1"/>
          <p:nvPr/>
        </p:nvSpPr>
        <p:spPr>
          <a:xfrm>
            <a:off x="1513953" y="200231"/>
            <a:ext cx="11675574"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Mô hình thiết kế tham khảo</a:t>
            </a:r>
            <a:endParaRPr lang="x-none"/>
          </a:p>
        </p:txBody>
      </p:sp>
      <p:pic>
        <p:nvPicPr>
          <p:cNvPr id="10" name="Picture 9">
            <a:extLst>
              <a:ext uri="{FF2B5EF4-FFF2-40B4-BE49-F238E27FC236}">
                <a16:creationId xmlns:a16="http://schemas.microsoft.com/office/drawing/2014/main" id="{5F4E3780-335E-4D13-8F5C-379F9A6F2944}"/>
              </a:ext>
            </a:extLst>
          </p:cNvPr>
          <p:cNvPicPr>
            <a:picLocks noChangeAspect="1"/>
          </p:cNvPicPr>
          <p:nvPr/>
        </p:nvPicPr>
        <p:blipFill>
          <a:blip r:embed="rId2"/>
          <a:stretch>
            <a:fillRect/>
          </a:stretch>
        </p:blipFill>
        <p:spPr>
          <a:xfrm>
            <a:off x="1777891" y="1449925"/>
            <a:ext cx="15723957" cy="8241216"/>
          </a:xfrm>
          <a:prstGeom prst="rect">
            <a:avLst/>
          </a:prstGeom>
        </p:spPr>
      </p:pic>
    </p:spTree>
    <p:extLst>
      <p:ext uri="{BB962C8B-B14F-4D97-AF65-F5344CB8AC3E}">
        <p14:creationId xmlns:p14="http://schemas.microsoft.com/office/powerpoint/2010/main" val="2090272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32</a:t>
            </a:fld>
            <a:endParaRPr lang="en-US"/>
          </a:p>
        </p:txBody>
      </p:sp>
      <p:pic>
        <p:nvPicPr>
          <p:cNvPr id="4" name="Picture 3"/>
          <p:cNvPicPr>
            <a:picLocks noChangeAspect="1"/>
          </p:cNvPicPr>
          <p:nvPr/>
        </p:nvPicPr>
        <p:blipFill>
          <a:blip r:embed="rId2"/>
          <a:stretch>
            <a:fillRect/>
          </a:stretch>
        </p:blipFill>
        <p:spPr>
          <a:xfrm>
            <a:off x="842628" y="2047370"/>
            <a:ext cx="17090869" cy="3785394"/>
          </a:xfrm>
          <a:prstGeom prst="rect">
            <a:avLst/>
          </a:prstGeom>
        </p:spPr>
      </p:pic>
      <p:sp>
        <p:nvSpPr>
          <p:cNvPr id="5" name="TextBox 4">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4.3</a:t>
            </a:r>
            <a:endParaRPr lang="x-none"/>
          </a:p>
        </p:txBody>
      </p:sp>
      <p:cxnSp>
        <p:nvCxnSpPr>
          <p:cNvPr id="6" name="Straight Connector 5">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Mô hình thiết kế tham khảo (Continue)</a:t>
            </a:r>
            <a:endParaRPr lang="x-none"/>
          </a:p>
        </p:txBody>
      </p:sp>
    </p:spTree>
    <p:extLst>
      <p:ext uri="{BB962C8B-B14F-4D97-AF65-F5344CB8AC3E}">
        <p14:creationId xmlns:p14="http://schemas.microsoft.com/office/powerpoint/2010/main" val="2343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4.4</a:t>
            </a:r>
            <a:endParaRPr lang="x-none"/>
          </a:p>
        </p:txBody>
      </p:sp>
      <p:cxnSp>
        <p:nvCxnSpPr>
          <p:cNvPr id="4" name="Straight Connector 3">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Cơ chế lưu trữ đối với các loại bảng</a:t>
            </a:r>
            <a:endParaRPr lang="x-none"/>
          </a:p>
        </p:txBody>
      </p:sp>
      <p:graphicFrame>
        <p:nvGraphicFramePr>
          <p:cNvPr id="2" name="Table 1"/>
          <p:cNvGraphicFramePr>
            <a:graphicFrameLocks noGrp="1"/>
          </p:cNvGraphicFramePr>
          <p:nvPr>
            <p:extLst>
              <p:ext uri="{D42A27DB-BD31-4B8C-83A1-F6EECF244321}">
                <p14:modId xmlns:p14="http://schemas.microsoft.com/office/powerpoint/2010/main" val="2338641788"/>
              </p:ext>
            </p:extLst>
          </p:nvPr>
        </p:nvGraphicFramePr>
        <p:xfrm>
          <a:off x="1513953" y="1531503"/>
          <a:ext cx="16206011" cy="5638800"/>
        </p:xfrm>
        <a:graphic>
          <a:graphicData uri="http://schemas.openxmlformats.org/drawingml/2006/table">
            <a:tbl>
              <a:tblPr firstRow="1" firstCol="1" bandRow="1">
                <a:tableStyleId>{5C22544A-7EE6-4342-B048-85BDC9FD1C3A}</a:tableStyleId>
              </a:tblPr>
              <a:tblGrid>
                <a:gridCol w="3612230">
                  <a:extLst>
                    <a:ext uri="{9D8B030D-6E8A-4147-A177-3AD203B41FA5}">
                      <a16:colId xmlns:a16="http://schemas.microsoft.com/office/drawing/2014/main" val="20000"/>
                    </a:ext>
                  </a:extLst>
                </a:gridCol>
                <a:gridCol w="2549235">
                  <a:extLst>
                    <a:ext uri="{9D8B030D-6E8A-4147-A177-3AD203B41FA5}">
                      <a16:colId xmlns:a16="http://schemas.microsoft.com/office/drawing/2014/main" val="20001"/>
                    </a:ext>
                  </a:extLst>
                </a:gridCol>
                <a:gridCol w="4239492">
                  <a:extLst>
                    <a:ext uri="{9D8B030D-6E8A-4147-A177-3AD203B41FA5}">
                      <a16:colId xmlns:a16="http://schemas.microsoft.com/office/drawing/2014/main" val="20002"/>
                    </a:ext>
                  </a:extLst>
                </a:gridCol>
                <a:gridCol w="5805054">
                  <a:extLst>
                    <a:ext uri="{9D8B030D-6E8A-4147-A177-3AD203B41FA5}">
                      <a16:colId xmlns:a16="http://schemas.microsoft.com/office/drawing/2014/main" val="20003"/>
                    </a:ext>
                  </a:extLst>
                </a:gridCol>
              </a:tblGrid>
              <a:tr h="556260">
                <a:tc>
                  <a:txBody>
                    <a:bodyPr/>
                    <a:lstStyle/>
                    <a:p>
                      <a:r>
                        <a:rPr lang="en-US" sz="2700"/>
                        <a:t>Loại</a:t>
                      </a:r>
                      <a:r>
                        <a:rPr lang="en-US" sz="2700" baseline="0"/>
                        <a:t> bảng</a:t>
                      </a:r>
                      <a:endParaRPr lang="en-US" sz="2700"/>
                    </a:p>
                  </a:txBody>
                  <a:tcPr marL="137160" marR="137160" marT="68580" marB="68580"/>
                </a:tc>
                <a:tc>
                  <a:txBody>
                    <a:bodyPr/>
                    <a:lstStyle/>
                    <a:p>
                      <a:r>
                        <a:rPr lang="en-US" sz="2700"/>
                        <a:t>Cơ</a:t>
                      </a:r>
                      <a:r>
                        <a:rPr lang="en-US" sz="2700" baseline="0"/>
                        <a:t> chế lưu trữ</a:t>
                      </a:r>
                      <a:endParaRPr lang="en-US" sz="2700"/>
                    </a:p>
                  </a:txBody>
                  <a:tcPr marL="137160" marR="137160" marT="68580" marB="68580"/>
                </a:tc>
                <a:tc>
                  <a:txBody>
                    <a:bodyPr/>
                    <a:lstStyle/>
                    <a:p>
                      <a:r>
                        <a:rPr lang="en-US" sz="2700"/>
                        <a:t>Ghi chú</a:t>
                      </a:r>
                    </a:p>
                  </a:txBody>
                  <a:tcPr marL="137160" marR="137160" marT="68580" marB="68580"/>
                </a:tc>
                <a:tc>
                  <a:txBody>
                    <a:bodyPr/>
                    <a:lstStyle/>
                    <a:p>
                      <a:r>
                        <a:rPr lang="en-US" sz="2700"/>
                        <a:t>Ví</a:t>
                      </a:r>
                      <a:r>
                        <a:rPr lang="en-US" sz="2700" baseline="0"/>
                        <a:t> dụ</a:t>
                      </a:r>
                      <a:endParaRPr lang="en-US" sz="2700"/>
                    </a:p>
                  </a:txBody>
                  <a:tcPr marL="137160" marR="137160" marT="68580" marB="68580"/>
                </a:tc>
                <a:extLst>
                  <a:ext uri="{0D108BD9-81ED-4DB2-BD59-A6C34878D82A}">
                    <a16:rowId xmlns:a16="http://schemas.microsoft.com/office/drawing/2014/main" val="10000"/>
                  </a:ext>
                </a:extLst>
              </a:tr>
              <a:tr h="1783080">
                <a:tc>
                  <a:txBody>
                    <a:bodyPr/>
                    <a:lstStyle/>
                    <a:p>
                      <a:r>
                        <a:rPr lang="en-US" sz="2700"/>
                        <a:t>Fundamental</a:t>
                      </a:r>
                    </a:p>
                  </a:txBody>
                  <a:tcPr marL="137160" marR="137160" marT="68580" marB="68580"/>
                </a:tc>
                <a:tc>
                  <a:txBody>
                    <a:bodyPr/>
                    <a:lstStyle/>
                    <a:p>
                      <a:r>
                        <a:rPr lang="en-US" sz="2700"/>
                        <a:t>SCD</a:t>
                      </a:r>
                      <a:r>
                        <a:rPr lang="en-US" sz="2700" baseline="0"/>
                        <a:t> Type 2</a:t>
                      </a:r>
                      <a:endParaRPr lang="en-US" sz="2700"/>
                    </a:p>
                  </a:txBody>
                  <a:tcPr marL="137160" marR="137160" marT="68580" marB="68580"/>
                </a:tc>
                <a:tc>
                  <a:txBody>
                    <a:bodyPr/>
                    <a:lstStyle/>
                    <a:p>
                      <a:r>
                        <a:rPr lang="en-US" sz="2700"/>
                        <a:t>Lưu</a:t>
                      </a:r>
                      <a:r>
                        <a:rPr lang="en-US" sz="2700" baseline="0"/>
                        <a:t> trữ lịch sử thay đổi</a:t>
                      </a:r>
                    </a:p>
                  </a:txBody>
                  <a:tcPr marL="137160" marR="137160" marT="68580" marB="68580"/>
                </a:tc>
                <a:tc>
                  <a:txBody>
                    <a:bodyPr/>
                    <a:lstStyle/>
                    <a:p>
                      <a:r>
                        <a:rPr lang="en-US" sz="2700"/>
                        <a:t>Organization Unit</a:t>
                      </a:r>
                    </a:p>
                    <a:p>
                      <a:r>
                        <a:rPr lang="en-US" sz="2700"/>
                        <a:t>Product</a:t>
                      </a:r>
                    </a:p>
                  </a:txBody>
                  <a:tcPr marL="137160" marR="137160" marT="68580" marB="68580"/>
                </a:tc>
                <a:extLst>
                  <a:ext uri="{0D108BD9-81ED-4DB2-BD59-A6C34878D82A}">
                    <a16:rowId xmlns:a16="http://schemas.microsoft.com/office/drawing/2014/main" val="10001"/>
                  </a:ext>
                </a:extLst>
              </a:tr>
              <a:tr h="1371600">
                <a:tc>
                  <a:txBody>
                    <a:bodyPr/>
                    <a:lstStyle/>
                    <a:p>
                      <a:r>
                        <a:rPr lang="vi-VN" sz="2700">
                          <a:latin typeface="Calibri (Body)"/>
                        </a:rPr>
                        <a:t>Associative</a:t>
                      </a:r>
                      <a:r>
                        <a:rPr lang="en-US" sz="2700">
                          <a:latin typeface="Calibri (Body)"/>
                        </a:rPr>
                        <a:t>/History</a:t>
                      </a:r>
                      <a:endParaRPr lang="en-US" sz="2700"/>
                    </a:p>
                  </a:txBody>
                  <a:tcPr marL="137160" marR="137160" marT="68580" marB="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a:t>SCD</a:t>
                      </a:r>
                      <a:r>
                        <a:rPr lang="en-US" sz="2700" baseline="0"/>
                        <a:t> Type 2</a:t>
                      </a:r>
                      <a:endParaRPr lang="en-US" sz="2700"/>
                    </a:p>
                  </a:txBody>
                  <a:tcPr marL="137160" marR="137160" marT="68580" marB="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a:t>Lưu</a:t>
                      </a:r>
                      <a:r>
                        <a:rPr lang="en-US" sz="2700" baseline="0"/>
                        <a:t> trữ lịch sử thay đổi</a:t>
                      </a:r>
                    </a:p>
                  </a:txBody>
                  <a:tcPr marL="137160" marR="137160" marT="68580" marB="68580"/>
                </a:tc>
                <a:tc>
                  <a:txBody>
                    <a:bodyPr/>
                    <a:lstStyle/>
                    <a:p>
                      <a:r>
                        <a:rPr lang="en-US" sz="2700"/>
                        <a:t>Customer Relationship History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700"/>
                        <a:t>Arrangement</a:t>
                      </a:r>
                      <a:r>
                        <a:rPr lang="en-US" sz="2700" baseline="0"/>
                        <a:t> Activity</a:t>
                      </a:r>
                      <a:endParaRPr lang="en-US" sz="2700"/>
                    </a:p>
                    <a:p>
                      <a:r>
                        <a:rPr lang="en-US" sz="2700"/>
                        <a:t>Arrangement Activity Schedule Item</a:t>
                      </a:r>
                    </a:p>
                  </a:txBody>
                  <a:tcPr marL="137160" marR="137160" marT="68580" marB="68580"/>
                </a:tc>
                <a:extLst>
                  <a:ext uri="{0D108BD9-81ED-4DB2-BD59-A6C34878D82A}">
                    <a16:rowId xmlns:a16="http://schemas.microsoft.com/office/drawing/2014/main" val="10003"/>
                  </a:ext>
                </a:extLst>
              </a:tr>
              <a:tr h="556260">
                <a:tc>
                  <a:txBody>
                    <a:bodyPr/>
                    <a:lstStyle/>
                    <a:p>
                      <a:r>
                        <a:rPr lang="fr-FR" sz="2700">
                          <a:latin typeface="Calibri (Body)"/>
                        </a:rPr>
                        <a:t>Classification</a:t>
                      </a:r>
                      <a:endParaRPr lang="en-US" sz="2700"/>
                    </a:p>
                  </a:txBody>
                  <a:tcPr marL="137160" marR="137160" marT="68580" marB="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a:t>SCD</a:t>
                      </a:r>
                      <a:r>
                        <a:rPr lang="en-US" sz="2700" baseline="0"/>
                        <a:t> Type 1</a:t>
                      </a:r>
                      <a:endParaRPr lang="en-US" sz="2700"/>
                    </a:p>
                  </a:txBody>
                  <a:tcPr marL="137160" marR="137160" marT="68580" marB="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a:t>Lưu thông tin danh mục</a:t>
                      </a:r>
                      <a:endParaRPr lang="en-US" sz="2700" baseline="0"/>
                    </a:p>
                  </a:txBody>
                  <a:tcPr marL="137160" marR="137160" marT="68580" marB="68580"/>
                </a:tc>
                <a:tc>
                  <a:txBody>
                    <a:bodyPr/>
                    <a:lstStyle/>
                    <a:p>
                      <a:endParaRPr lang="en-US" sz="2700"/>
                    </a:p>
                  </a:txBody>
                  <a:tcPr marL="137160" marR="137160" marT="68580" marB="68580"/>
                </a:tc>
                <a:extLst>
                  <a:ext uri="{0D108BD9-81ED-4DB2-BD59-A6C34878D82A}">
                    <a16:rowId xmlns:a16="http://schemas.microsoft.com/office/drawing/2014/main" val="10005"/>
                  </a:ext>
                </a:extLst>
              </a:tr>
              <a:tr h="1371600">
                <a:tc>
                  <a:txBody>
                    <a:bodyPr/>
                    <a:lstStyle/>
                    <a:p>
                      <a:r>
                        <a:rPr lang="en-US" sz="2700"/>
                        <a:t>Snapshot</a:t>
                      </a:r>
                    </a:p>
                  </a:txBody>
                  <a:tcPr marL="137160" marR="137160" marT="68580" marB="68580"/>
                </a:tc>
                <a:tc>
                  <a:txBody>
                    <a:bodyPr/>
                    <a:lstStyle/>
                    <a:p>
                      <a:r>
                        <a:rPr lang="en-US" sz="2700"/>
                        <a:t>Snapshot</a:t>
                      </a:r>
                    </a:p>
                  </a:txBody>
                  <a:tcPr marL="137160" marR="137160" marT="68580" marB="68580"/>
                </a:tc>
                <a:tc>
                  <a:txBody>
                    <a:bodyPr/>
                    <a:lstStyle/>
                    <a:p>
                      <a:r>
                        <a:rPr lang="en-US" sz="2700"/>
                        <a:t>Bảng</a:t>
                      </a:r>
                      <a:r>
                        <a:rPr lang="en-US" sz="2700" baseline="0"/>
                        <a:t> lưu trữ các số liệu đo lường có tính chất thay đổi thường xuyên</a:t>
                      </a:r>
                      <a:endParaRPr lang="en-US" sz="2700"/>
                    </a:p>
                  </a:txBody>
                  <a:tcPr marL="137160" marR="137160" marT="68580" marB="68580"/>
                </a:tc>
                <a:tc>
                  <a:txBody>
                    <a:bodyPr/>
                    <a:lstStyle/>
                    <a:p>
                      <a:r>
                        <a:rPr lang="en-US" sz="2700"/>
                        <a:t>Arrangement</a:t>
                      </a:r>
                      <a:r>
                        <a:rPr lang="en-US" sz="2700" baseline="0"/>
                        <a:t> Balance</a:t>
                      </a:r>
                    </a:p>
                    <a:p>
                      <a:r>
                        <a:rPr lang="en-US" sz="2700" baseline="0"/>
                        <a:t>Payment Card Snapshot</a:t>
                      </a:r>
                      <a:endParaRPr lang="en-US" sz="2700"/>
                    </a:p>
                  </a:txBody>
                  <a:tcPr marL="137160" marR="137160" marT="68580" marB="6858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34677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34</a:t>
            </a:fld>
            <a:endParaRPr lang="en-US"/>
          </a:p>
        </p:txBody>
      </p:sp>
      <p:sp>
        <p:nvSpPr>
          <p:cNvPr id="6" name="TextBox 5">
            <a:extLst>
              <a:ext uri="{FF2B5EF4-FFF2-40B4-BE49-F238E27FC236}">
                <a16:creationId xmlns:a16="http://schemas.microsoft.com/office/drawing/2014/main" id="{7BF5A7A4-340A-4E34-F11A-EE1B04FA1B34}"/>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4.5</a:t>
            </a:r>
            <a:endParaRPr lang="x-none"/>
          </a:p>
        </p:txBody>
      </p:sp>
      <p:cxnSp>
        <p:nvCxnSpPr>
          <p:cNvPr id="7" name="Straight Connector 6">
            <a:extLst>
              <a:ext uri="{FF2B5EF4-FFF2-40B4-BE49-F238E27FC236}">
                <a16:creationId xmlns:a16="http://schemas.microsoft.com/office/drawing/2014/main" id="{749FB2ED-30EB-6D62-A63C-5BAA9B373B02}"/>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176B818-82A8-2D2C-EECC-88462B4385C9}"/>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Các trường kỹ thuật</a:t>
            </a:r>
            <a:endParaRPr lang="x-none"/>
          </a:p>
        </p:txBody>
      </p:sp>
      <p:graphicFrame>
        <p:nvGraphicFramePr>
          <p:cNvPr id="5" name="Table 4">
            <a:extLst>
              <a:ext uri="{FF2B5EF4-FFF2-40B4-BE49-F238E27FC236}">
                <a16:creationId xmlns:a16="http://schemas.microsoft.com/office/drawing/2014/main" id="{74B4C29D-8AC8-768A-030D-39F7C0FF8EA5}"/>
              </a:ext>
            </a:extLst>
          </p:cNvPr>
          <p:cNvGraphicFramePr>
            <a:graphicFrameLocks noGrp="1"/>
          </p:cNvGraphicFramePr>
          <p:nvPr>
            <p:extLst>
              <p:ext uri="{D42A27DB-BD31-4B8C-83A1-F6EECF244321}">
                <p14:modId xmlns:p14="http://schemas.microsoft.com/office/powerpoint/2010/main" val="1988255340"/>
              </p:ext>
            </p:extLst>
          </p:nvPr>
        </p:nvGraphicFramePr>
        <p:xfrm>
          <a:off x="1040995" y="1683326"/>
          <a:ext cx="16206010" cy="4066308"/>
        </p:xfrm>
        <a:graphic>
          <a:graphicData uri="http://schemas.openxmlformats.org/drawingml/2006/table">
            <a:tbl>
              <a:tblPr firstRow="1" firstCol="1" bandRow="1">
                <a:tableStyleId>{5C22544A-7EE6-4342-B048-85BDC9FD1C3A}</a:tableStyleId>
              </a:tblPr>
              <a:tblGrid>
                <a:gridCol w="3586423">
                  <a:extLst>
                    <a:ext uri="{9D8B030D-6E8A-4147-A177-3AD203B41FA5}">
                      <a16:colId xmlns:a16="http://schemas.microsoft.com/office/drawing/2014/main" val="20000"/>
                    </a:ext>
                  </a:extLst>
                </a:gridCol>
                <a:gridCol w="3241964">
                  <a:extLst>
                    <a:ext uri="{9D8B030D-6E8A-4147-A177-3AD203B41FA5}">
                      <a16:colId xmlns:a16="http://schemas.microsoft.com/office/drawing/2014/main" val="20001"/>
                    </a:ext>
                  </a:extLst>
                </a:gridCol>
                <a:gridCol w="2881745">
                  <a:extLst>
                    <a:ext uri="{9D8B030D-6E8A-4147-A177-3AD203B41FA5}">
                      <a16:colId xmlns:a16="http://schemas.microsoft.com/office/drawing/2014/main" val="20002"/>
                    </a:ext>
                  </a:extLst>
                </a:gridCol>
                <a:gridCol w="3186546">
                  <a:extLst>
                    <a:ext uri="{9D8B030D-6E8A-4147-A177-3AD203B41FA5}">
                      <a16:colId xmlns:a16="http://schemas.microsoft.com/office/drawing/2014/main" val="20003"/>
                    </a:ext>
                  </a:extLst>
                </a:gridCol>
                <a:gridCol w="3309332">
                  <a:extLst>
                    <a:ext uri="{9D8B030D-6E8A-4147-A177-3AD203B41FA5}">
                      <a16:colId xmlns:a16="http://schemas.microsoft.com/office/drawing/2014/main" val="4007865228"/>
                    </a:ext>
                  </a:extLst>
                </a:gridCol>
              </a:tblGrid>
              <a:tr h="1161803">
                <a:tc>
                  <a:txBody>
                    <a:bodyPr/>
                    <a:lstStyle/>
                    <a:p>
                      <a:pPr marL="0" marR="0" algn="l">
                        <a:spcBef>
                          <a:spcPts val="600"/>
                        </a:spcBef>
                        <a:spcAft>
                          <a:spcPts val="600"/>
                        </a:spcAft>
                        <a:buNone/>
                        <a:tabLst>
                          <a:tab pos="457200" algn="l"/>
                        </a:tabLst>
                      </a:pPr>
                      <a:r>
                        <a:rPr lang="en-AU" sz="2700">
                          <a:effectLst/>
                        </a:rPr>
                        <a:t>Tên trường Logical</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Tên trường Physical</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Kiểu dữ liệu</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Áp dụng cho SCD2</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Áp dụng cho Fact Snapshot</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80901">
                <a:tc>
                  <a:txBody>
                    <a:bodyPr/>
                    <a:lstStyle/>
                    <a:p>
                      <a:pPr marL="0" marR="0" algn="l">
                        <a:spcBef>
                          <a:spcPts val="600"/>
                        </a:spcBef>
                        <a:spcAft>
                          <a:spcPts val="600"/>
                        </a:spcAft>
                        <a:buNone/>
                        <a:tabLst>
                          <a:tab pos="457200" algn="l"/>
                        </a:tabLst>
                      </a:pPr>
                      <a:r>
                        <a:rPr lang="en-AU" sz="2700">
                          <a:effectLst/>
                        </a:rPr>
                        <a:t>ETL Timestamp</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80901">
                <a:tc>
                  <a:txBody>
                    <a:bodyPr/>
                    <a:lstStyle/>
                    <a:p>
                      <a:pPr marL="0" marR="0" algn="l">
                        <a:spcBef>
                          <a:spcPts val="600"/>
                        </a:spcBef>
                        <a:spcAft>
                          <a:spcPts val="600"/>
                        </a:spcAft>
                        <a:buNone/>
                        <a:tabLst>
                          <a:tab pos="457200" algn="l"/>
                        </a:tabLst>
                      </a:pPr>
                      <a:r>
                        <a:rPr lang="en-AU" sz="2700">
                          <a:effectLst/>
                        </a:rPr>
                        <a:t>Partition Date</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80901">
                <a:tc>
                  <a:txBody>
                    <a:bodyPr/>
                    <a:lstStyle/>
                    <a:p>
                      <a:pPr marL="0" marR="0" algn="l">
                        <a:spcBef>
                          <a:spcPts val="600"/>
                        </a:spcBef>
                        <a:spcAft>
                          <a:spcPts val="600"/>
                        </a:spcAft>
                        <a:buNone/>
                        <a:tabLst>
                          <a:tab pos="457200" algn="l"/>
                        </a:tabLst>
                      </a:pPr>
                      <a:r>
                        <a:rPr lang="en-AU" sz="2700">
                          <a:effectLst/>
                        </a:rPr>
                        <a:t>Record Status</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80901">
                <a:tc>
                  <a:txBody>
                    <a:bodyPr/>
                    <a:lstStyle/>
                    <a:p>
                      <a:pPr marL="0" marR="0" algn="l">
                        <a:spcBef>
                          <a:spcPts val="600"/>
                        </a:spcBef>
                        <a:spcAft>
                          <a:spcPts val="600"/>
                        </a:spcAft>
                        <a:buNone/>
                        <a:tabLst>
                          <a:tab pos="457200" algn="l"/>
                        </a:tabLst>
                      </a:pPr>
                      <a:r>
                        <a:rPr lang="en-AU" sz="2700">
                          <a:effectLst/>
                        </a:rPr>
                        <a:t>Effective Date</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09901681"/>
                  </a:ext>
                </a:extLst>
              </a:tr>
              <a:tr h="580901">
                <a:tc>
                  <a:txBody>
                    <a:bodyPr/>
                    <a:lstStyle/>
                    <a:p>
                      <a:pPr marL="0" marR="0" algn="l">
                        <a:spcBef>
                          <a:spcPts val="600"/>
                        </a:spcBef>
                        <a:spcAft>
                          <a:spcPts val="600"/>
                        </a:spcAft>
                        <a:buNone/>
                        <a:tabLst>
                          <a:tab pos="457200" algn="l"/>
                        </a:tabLst>
                      </a:pPr>
                      <a:r>
                        <a:rPr lang="en-AU" sz="2700">
                          <a:effectLst/>
                        </a:rPr>
                        <a:t>End Date</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v</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600"/>
                        </a:spcBef>
                        <a:spcAft>
                          <a:spcPts val="600"/>
                        </a:spcAft>
                        <a:buNone/>
                        <a:tabLst>
                          <a:tab pos="457200" algn="l"/>
                        </a:tabLst>
                      </a:pPr>
                      <a:r>
                        <a:rPr lang="en-AU" sz="2700">
                          <a:effectLst/>
                        </a:rPr>
                        <a:t> </a:t>
                      </a:r>
                      <a:endParaRPr lang="en-GB" sz="27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83243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778C4-B2CF-3A24-791A-314BABE2A0C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952603-7553-58E1-86ED-C8A8521F9257}"/>
              </a:ext>
            </a:extLst>
          </p:cNvPr>
          <p:cNvSpPr>
            <a:spLocks noGrp="1"/>
          </p:cNvSpPr>
          <p:nvPr>
            <p:ph type="sldNum" sz="quarter" idx="12"/>
          </p:nvPr>
        </p:nvSpPr>
        <p:spPr/>
        <p:txBody>
          <a:bodyPr/>
          <a:lstStyle/>
          <a:p>
            <a:fld id="{58581EB7-3610-4912-BBC1-5BE42FA64E79}" type="slidenum">
              <a:rPr lang="en-US" smtClean="0"/>
              <a:pPr/>
              <a:t>35</a:t>
            </a:fld>
            <a:endParaRPr lang="en-US"/>
          </a:p>
        </p:txBody>
      </p:sp>
      <p:sp>
        <p:nvSpPr>
          <p:cNvPr id="6" name="TextBox 5">
            <a:extLst>
              <a:ext uri="{FF2B5EF4-FFF2-40B4-BE49-F238E27FC236}">
                <a16:creationId xmlns:a16="http://schemas.microsoft.com/office/drawing/2014/main" id="{B453E4BB-A799-CFB2-8877-84C7DEBA8FA0}"/>
              </a:ext>
            </a:extLst>
          </p:cNvPr>
          <p:cNvSpPr txBox="1"/>
          <p:nvPr/>
        </p:nvSpPr>
        <p:spPr>
          <a:xfrm>
            <a:off x="363217" y="200233"/>
            <a:ext cx="1042273"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4.6</a:t>
            </a:r>
            <a:endParaRPr lang="x-none"/>
          </a:p>
        </p:txBody>
      </p:sp>
      <p:cxnSp>
        <p:nvCxnSpPr>
          <p:cNvPr id="7" name="Straight Connector 6">
            <a:extLst>
              <a:ext uri="{FF2B5EF4-FFF2-40B4-BE49-F238E27FC236}">
                <a16:creationId xmlns:a16="http://schemas.microsoft.com/office/drawing/2014/main" id="{E8B4E02D-098A-2176-3D10-B3E14FC80EE8}"/>
              </a:ext>
            </a:extLst>
          </p:cNvPr>
          <p:cNvCxnSpPr>
            <a:cxnSpLocks/>
          </p:cNvCxnSpPr>
          <p:nvPr/>
        </p:nvCxnSpPr>
        <p:spPr>
          <a:xfrm>
            <a:off x="1513953" y="262493"/>
            <a:ext cx="0" cy="78732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C9E15A-712A-DD52-7951-BC5E357471B5}"/>
              </a:ext>
            </a:extLst>
          </p:cNvPr>
          <p:cNvSpPr txBox="1"/>
          <p:nvPr/>
        </p:nvSpPr>
        <p:spPr>
          <a:xfrm>
            <a:off x="1513953" y="200231"/>
            <a:ext cx="17253549" cy="830997"/>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r>
              <a:rPr lang="en-US"/>
              <a:t>Convert Logical into Physical data model</a:t>
            </a:r>
            <a:endParaRPr lang="x-none"/>
          </a:p>
        </p:txBody>
      </p:sp>
      <p:graphicFrame>
        <p:nvGraphicFramePr>
          <p:cNvPr id="5" name="Table 4">
            <a:extLst>
              <a:ext uri="{FF2B5EF4-FFF2-40B4-BE49-F238E27FC236}">
                <a16:creationId xmlns:a16="http://schemas.microsoft.com/office/drawing/2014/main" id="{5DC354A0-4CB2-5BC9-820B-9D64905C9899}"/>
              </a:ext>
            </a:extLst>
          </p:cNvPr>
          <p:cNvGraphicFramePr>
            <a:graphicFrameLocks noGrp="1"/>
          </p:cNvGraphicFramePr>
          <p:nvPr>
            <p:extLst>
              <p:ext uri="{D42A27DB-BD31-4B8C-83A1-F6EECF244321}">
                <p14:modId xmlns:p14="http://schemas.microsoft.com/office/powerpoint/2010/main" val="502698604"/>
              </p:ext>
            </p:extLst>
          </p:nvPr>
        </p:nvGraphicFramePr>
        <p:xfrm>
          <a:off x="1613308" y="1423670"/>
          <a:ext cx="10915478" cy="6819790"/>
        </p:xfrm>
        <a:graphic>
          <a:graphicData uri="http://schemas.openxmlformats.org/drawingml/2006/table">
            <a:tbl>
              <a:tblPr firstRow="1">
                <a:tableStyleId>{5C22544A-7EE6-4342-B048-85BDC9FD1C3A}</a:tableStyleId>
              </a:tblPr>
              <a:tblGrid>
                <a:gridCol w="3586423">
                  <a:extLst>
                    <a:ext uri="{9D8B030D-6E8A-4147-A177-3AD203B41FA5}">
                      <a16:colId xmlns:a16="http://schemas.microsoft.com/office/drawing/2014/main" val="20000"/>
                    </a:ext>
                  </a:extLst>
                </a:gridCol>
                <a:gridCol w="7329055">
                  <a:extLst>
                    <a:ext uri="{9D8B030D-6E8A-4147-A177-3AD203B41FA5}">
                      <a16:colId xmlns:a16="http://schemas.microsoft.com/office/drawing/2014/main" val="20001"/>
                    </a:ext>
                  </a:extLst>
                </a:gridCol>
              </a:tblGrid>
              <a:tr h="771852">
                <a:tc>
                  <a:txBody>
                    <a:bodyPr/>
                    <a:lstStyle/>
                    <a:p>
                      <a:pPr marL="0" marR="0" algn="l">
                        <a:spcBef>
                          <a:spcPts val="600"/>
                        </a:spcBef>
                        <a:spcAft>
                          <a:spcPts val="600"/>
                        </a:spcAft>
                        <a:buNone/>
                        <a:tabLst>
                          <a:tab pos="457200" algn="l"/>
                        </a:tabLst>
                      </a:pPr>
                      <a:r>
                        <a:rPr lang="en-AU" sz="2200">
                          <a:effectLst/>
                          <a:latin typeface="+mn-lt"/>
                        </a:rPr>
                        <a:t>Tên trường Logical</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rPr>
                        <a:t>Tên trường Physical</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Involved Party</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IP</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Line Of Credit</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LOC</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Long Term Debt</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LTD</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09901681"/>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Market Segment</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MSEG</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Mini Dimension</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MINI_DIM</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17593833"/>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Noncontrolling</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NON_CNTL</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9876143"/>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Non-Cumulative</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NON_CUM</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88240249"/>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Non-Performing</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NPERF</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94083539"/>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Non-Protection</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NPROT</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0806931"/>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Not applicable</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NA</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40754279"/>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Number Of Days</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NOD</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1132780"/>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Owner Occupied</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OOCP</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42559525"/>
                  </a:ext>
                </a:extLst>
              </a:tr>
              <a:tr h="465226">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Past Due Aging</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spcBef>
                          <a:spcPts val="600"/>
                        </a:spcBef>
                        <a:spcAft>
                          <a:spcPts val="600"/>
                        </a:spcAft>
                        <a:buNone/>
                        <a:tabLst>
                          <a:tab pos="457200" algn="l"/>
                        </a:tabLst>
                      </a:pPr>
                      <a:r>
                        <a:rPr lang="en-AU" sz="2200">
                          <a:effectLst/>
                          <a:latin typeface="+mn-lt"/>
                          <a:ea typeface="Times New Roman" panose="02020603050405020304" pitchFamily="18" charset="0"/>
                          <a:cs typeface="Times New Roman" panose="02020603050405020304" pitchFamily="18" charset="0"/>
                        </a:rPr>
                        <a:t>PDA</a:t>
                      </a:r>
                      <a:endParaRPr lang="en-GB" sz="220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74068390"/>
                  </a:ext>
                </a:extLst>
              </a:tr>
            </a:tbl>
          </a:graphicData>
        </a:graphic>
      </p:graphicFrame>
    </p:spTree>
    <p:extLst>
      <p:ext uri="{BB962C8B-B14F-4D97-AF65-F5344CB8AC3E}">
        <p14:creationId xmlns:p14="http://schemas.microsoft.com/office/powerpoint/2010/main" val="2616643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81EB7-3610-4912-BBC1-5BE42FA64E79}" type="slidenum">
              <a:rPr lang="en-US" smtClean="0"/>
              <a:pPr/>
              <a:t>36</a:t>
            </a:fld>
            <a:endParaRPr lang="en-US"/>
          </a:p>
        </p:txBody>
      </p:sp>
      <p:sp>
        <p:nvSpPr>
          <p:cNvPr id="3" name="TextBox 2">
            <a:extLst>
              <a:ext uri="{FF2B5EF4-FFF2-40B4-BE49-F238E27FC236}">
                <a16:creationId xmlns:a16="http://schemas.microsoft.com/office/drawing/2014/main" id="{E176B818-82A8-2D2C-EECC-88462B4385C9}"/>
              </a:ext>
            </a:extLst>
          </p:cNvPr>
          <p:cNvSpPr txBox="1"/>
          <p:nvPr/>
        </p:nvSpPr>
        <p:spPr>
          <a:xfrm>
            <a:off x="1170092" y="3930315"/>
            <a:ext cx="15757460" cy="923330"/>
          </a:xfrm>
          <a:prstGeom prst="rect">
            <a:avLst/>
          </a:prstGeom>
          <a:noFill/>
        </p:spPr>
        <p:txBody>
          <a:bodyPr wrap="square" rtlCol="0">
            <a:spAutoFit/>
          </a:bodyPr>
          <a:lstStyle>
            <a:defPPr>
              <a:defRPr lang="en-US"/>
            </a:defPPr>
            <a:lvl1pPr>
              <a:defRPr sz="4800" b="1">
                <a:solidFill>
                  <a:schemeClr val="accent3">
                    <a:lumMod val="75000"/>
                  </a:schemeClr>
                </a:solidFill>
                <a:latin typeface="Arial" panose="020B0604020202020204" pitchFamily="34" charset="0"/>
                <a:cs typeface="Arial" panose="020B0604020202020204" pitchFamily="34" charset="0"/>
              </a:defRPr>
            </a:lvl1pPr>
          </a:lstStyle>
          <a:p>
            <a:pPr algn="ctr"/>
            <a:r>
              <a:rPr lang="en-US"/>
              <a:t>Q&amp;A</a:t>
            </a:r>
            <a:endParaRPr lang="x-none"/>
          </a:p>
        </p:txBody>
      </p:sp>
    </p:spTree>
    <p:extLst>
      <p:ext uri="{BB962C8B-B14F-4D97-AF65-F5344CB8AC3E}">
        <p14:creationId xmlns:p14="http://schemas.microsoft.com/office/powerpoint/2010/main" val="1837632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descr="Thank you colour chart"/>
          <p:cNvSpPr/>
          <p:nvPr/>
        </p:nvSpPr>
        <p:spPr>
          <a:xfrm>
            <a:off x="1930399" y="2250988"/>
            <a:ext cx="11010900" cy="5785023"/>
          </a:xfrm>
          <a:custGeom>
            <a:avLst/>
            <a:gdLst/>
            <a:ahLst/>
            <a:cxnLst/>
            <a:rect l="l" t="t" r="r" b="b"/>
            <a:pathLst>
              <a:path w="11010900" h="5785023">
                <a:moveTo>
                  <a:pt x="0" y="0"/>
                </a:moveTo>
                <a:lnTo>
                  <a:pt x="11010901" y="0"/>
                </a:lnTo>
                <a:lnTo>
                  <a:pt x="11010901" y="5785024"/>
                </a:lnTo>
                <a:lnTo>
                  <a:pt x="0" y="5785024"/>
                </a:lnTo>
                <a:lnTo>
                  <a:pt x="0" y="0"/>
                </a:lnTo>
                <a:close/>
              </a:path>
            </a:pathLst>
          </a:custGeom>
          <a:blipFill>
            <a:blip r:embed="rId3"/>
            <a:stretch>
              <a:fillRect/>
            </a:stretch>
          </a:blipFill>
        </p:spPr>
        <p:txBody>
          <a:bodyPr/>
          <a:lstStyle/>
          <a:p>
            <a:endParaRPr lang="en-US"/>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HAPE_LOCKS" val="191"/>
</p:tagLst>
</file>

<file path=ppt/tags/tag2.xml><?xml version="1.0" encoding="utf-8"?>
<p:tagLst xmlns:a="http://schemas.openxmlformats.org/drawingml/2006/main" xmlns:r="http://schemas.openxmlformats.org/officeDocument/2006/relationships" xmlns:p="http://schemas.openxmlformats.org/presentationml/2006/main">
  <p:tag name="SHAPE_LOCKS" val="191"/>
</p:tagLst>
</file>

<file path=ppt/tags/tag3.xml><?xml version="1.0" encoding="utf-8"?>
<p:tagLst xmlns:a="http://schemas.openxmlformats.org/drawingml/2006/main" xmlns:r="http://schemas.openxmlformats.org/officeDocument/2006/relationships" xmlns:p="http://schemas.openxmlformats.org/presentationml/2006/main">
  <p:tag name="SHAPE_LOCKS" val="1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Custom Design">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2905</Words>
  <Application>Microsoft Office PowerPoint</Application>
  <PresentationFormat>Custom</PresentationFormat>
  <Paragraphs>477</Paragraphs>
  <Slides>37</Slides>
  <Notes>21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8" baseType="lpstr">
      <vt:lpstr>Montserrat Bold</vt:lpstr>
      <vt:lpstr>Calibri (MS) Bold</vt:lpstr>
      <vt:lpstr>Calibri</vt:lpstr>
      <vt:lpstr>Wingdings</vt:lpstr>
      <vt:lpstr>Arial</vt:lpstr>
      <vt:lpstr>Calibri (Body)</vt:lpstr>
      <vt:lpstr>Trebuchet MS</vt:lpstr>
      <vt:lpstr>Calibri Light</vt:lpstr>
      <vt:lpstr>Office Theme</vt:lpstr>
      <vt:lpstr>4_Custom Design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FSS - MLOpsProject - Report 15/04/2025.pptx</dc:title>
  <dc:creator>ADMIN</dc:creator>
  <cp:lastModifiedBy>Linh LV</cp:lastModifiedBy>
  <cp:revision>1</cp:revision>
  <dcterms:created xsi:type="dcterms:W3CDTF">2006-08-16T00:00:00Z</dcterms:created>
  <dcterms:modified xsi:type="dcterms:W3CDTF">2025-12-04T01:32:06Z</dcterms:modified>
  <dc:identifier>DAGkZE4NJwU</dc:identifier>
</cp:coreProperties>
</file>